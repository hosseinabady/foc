
<file path=[Content_Types].xml><?xml version="1.0" encoding="utf-8"?>
<Types xmlns="http://schemas.openxmlformats.org/package/2006/content-types">
  <Default Extension="emf" ContentType="image/x-emf"/>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4"/>
  </p:sldMasterIdLst>
  <p:notesMasterIdLst>
    <p:notesMasterId r:id="rId21"/>
  </p:notesMasterIdLst>
  <p:handoutMasterIdLst>
    <p:handoutMasterId r:id="rId22"/>
  </p:handoutMasterIdLst>
  <p:sldIdLst>
    <p:sldId id="267"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1" r:id="rId18"/>
    <p:sldId id="280" r:id="rId19"/>
    <p:sldId id="282" r:id="rId20"/>
  </p:sldIdLst>
  <p:sldSz cx="12192000" cy="6858000"/>
  <p:notesSz cx="9144000" cy="6858000"/>
  <p:custDataLst>
    <p:tags r:id="rId23"/>
  </p:custDataLst>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56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28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00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72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521415D9-36F7-43E2-AB2F-B90AF26B5E84}">
      <p14:sectionLst xmlns:p14="http://schemas.microsoft.com/office/powerpoint/2010/main">
        <p14:section name="Untitled Section" id="{4284EADD-FE41-494D-A42C-2B60CCFC2DE6}">
          <p14:sldIdLst>
            <p14:sldId id="267"/>
            <p14:sldId id="268"/>
            <p14:sldId id="269"/>
            <p14:sldId id="270"/>
            <p14:sldId id="271"/>
            <p14:sldId id="272"/>
            <p14:sldId id="273"/>
            <p14:sldId id="274"/>
            <p14:sldId id="275"/>
            <p14:sldId id="276"/>
            <p14:sldId id="277"/>
            <p14:sldId id="278"/>
            <p14:sldId id="279"/>
            <p14:sldId id="281"/>
            <p14:sldId id="280"/>
            <p14:sldId id="282"/>
          </p14:sldIdLst>
        </p14:section>
      </p14:sectionLst>
    </p:ext>
    <p:ext uri="{EFAFB233-063F-42B5-8137-9DF3F51BA10A}">
      <p15:sldGuideLst xmlns:p15="http://schemas.microsoft.com/office/powerpoint/2012/main">
        <p15:guide id="4" orient="horz" pos="3838" userDrawn="1">
          <p15:clr>
            <a:srgbClr val="A4A3A4"/>
          </p15:clr>
        </p15:guide>
        <p15:guide id="5" pos="3840" userDrawn="1">
          <p15:clr>
            <a:srgbClr val="A4A3A4"/>
          </p15:clr>
        </p15:guide>
        <p15:guide id="7" pos="6804" userDrawn="1">
          <p15:clr>
            <a:srgbClr val="A4A3A4"/>
          </p15:clr>
        </p15:guide>
        <p15:guide id="12" pos="87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16818D"/>
    <a:srgbClr val="CCFFFF"/>
    <a:srgbClr val="FFCCFF"/>
    <a:srgbClr val="66FFFF"/>
    <a:srgbClr val="CCFF99"/>
    <a:srgbClr val="1A9DAC"/>
    <a:srgbClr val="66CCFF"/>
    <a:srgbClr val="199DAC"/>
    <a:srgbClr val="1C9DAC"/>
    <a:srgbClr val="5987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826C71-B138-4150-9DFD-25ABAD9E9555}" v="146" dt="2026-03-27T04:56:27.2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5706" autoAdjust="0"/>
  </p:normalViewPr>
  <p:slideViewPr>
    <p:cSldViewPr showGuides="1">
      <p:cViewPr varScale="1">
        <p:scale>
          <a:sx n="107" d="100"/>
          <a:sy n="107" d="100"/>
        </p:scale>
        <p:origin x="612" y="96"/>
      </p:cViewPr>
      <p:guideLst>
        <p:guide orient="horz" pos="3838"/>
        <p:guide pos="3840"/>
        <p:guide pos="6804"/>
        <p:guide pos="876"/>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106" d="100"/>
          <a:sy n="106" d="100"/>
        </p:scale>
        <p:origin x="196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gs" Target="tags/tag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Hosseinabady" userId="be52ff13-2b85-46c2-a312-7c73d9b23209" providerId="ADAL" clId="{987BDBFC-F248-4FEC-861C-8F61FEACAFE8}"/>
    <pc:docChg chg="undo redo custSel addSld delSld modSld sldOrd modMainMaster modSection">
      <pc:chgData name="Mohammad Hosseinabady" userId="be52ff13-2b85-46c2-a312-7c73d9b23209" providerId="ADAL" clId="{987BDBFC-F248-4FEC-861C-8F61FEACAFE8}" dt="2026-03-27T05:35:25.128" v="4851" actId="1076"/>
      <pc:docMkLst>
        <pc:docMk/>
      </pc:docMkLst>
      <pc:sldChg chg="addSp modSp mod">
        <pc:chgData name="Mohammad Hosseinabady" userId="be52ff13-2b85-46c2-a312-7c73d9b23209" providerId="ADAL" clId="{987BDBFC-F248-4FEC-861C-8F61FEACAFE8}" dt="2026-03-26T15:01:28.004" v="3949" actId="20577"/>
        <pc:sldMkLst>
          <pc:docMk/>
          <pc:sldMk cId="3819517616" sldId="267"/>
        </pc:sldMkLst>
        <pc:spChg chg="mod">
          <ac:chgData name="Mohammad Hosseinabady" userId="be52ff13-2b85-46c2-a312-7c73d9b23209" providerId="ADAL" clId="{987BDBFC-F248-4FEC-861C-8F61FEACAFE8}" dt="2026-03-26T15:01:28.004" v="3949" actId="20577"/>
          <ac:spMkLst>
            <pc:docMk/>
            <pc:sldMk cId="3819517616" sldId="267"/>
            <ac:spMk id="2" creationId="{C01D3F86-40AE-36D9-D24B-0D1CFAECA26F}"/>
          </ac:spMkLst>
        </pc:spChg>
        <pc:spChg chg="mod">
          <ac:chgData name="Mohammad Hosseinabady" userId="be52ff13-2b85-46c2-a312-7c73d9b23209" providerId="ADAL" clId="{987BDBFC-F248-4FEC-861C-8F61FEACAFE8}" dt="2026-03-02T15:50:37.699" v="2176" actId="14100"/>
          <ac:spMkLst>
            <pc:docMk/>
            <pc:sldMk cId="3819517616" sldId="267"/>
            <ac:spMk id="4" creationId="{00000000-0000-0000-0000-000000000000}"/>
          </ac:spMkLst>
        </pc:spChg>
        <pc:spChg chg="add mod">
          <ac:chgData name="Mohammad Hosseinabady" userId="be52ff13-2b85-46c2-a312-7c73d9b23209" providerId="ADAL" clId="{987BDBFC-F248-4FEC-861C-8F61FEACAFE8}" dt="2026-03-26T15:01:21.463" v="3945" actId="6549"/>
          <ac:spMkLst>
            <pc:docMk/>
            <pc:sldMk cId="3819517616" sldId="267"/>
            <ac:spMk id="5" creationId="{3828FF42-3191-616D-77D0-FD83AE4562A0}"/>
          </ac:spMkLst>
        </pc:spChg>
      </pc:sldChg>
      <pc:sldChg chg="addSp delSp modSp new mod modClrScheme chgLayout">
        <pc:chgData name="Mohammad Hosseinabady" userId="be52ff13-2b85-46c2-a312-7c73d9b23209" providerId="ADAL" clId="{987BDBFC-F248-4FEC-861C-8F61FEACAFE8}" dt="2026-03-26T15:39:32.045" v="4113" actId="1076"/>
        <pc:sldMkLst>
          <pc:docMk/>
          <pc:sldMk cId="2805464956" sldId="268"/>
        </pc:sldMkLst>
        <pc:spChg chg="del mod ord">
          <ac:chgData name="Mohammad Hosseinabady" userId="be52ff13-2b85-46c2-a312-7c73d9b23209" providerId="ADAL" clId="{987BDBFC-F248-4FEC-861C-8F61FEACAFE8}" dt="2026-03-26T15:01:35.475" v="3951" actId="700"/>
          <ac:spMkLst>
            <pc:docMk/>
            <pc:sldMk cId="2805464956" sldId="268"/>
            <ac:spMk id="2" creationId="{F2A9F31D-6535-2C16-02AD-45006EA94A4E}"/>
          </ac:spMkLst>
        </pc:spChg>
        <pc:spChg chg="del">
          <ac:chgData name="Mohammad Hosseinabady" userId="be52ff13-2b85-46c2-a312-7c73d9b23209" providerId="ADAL" clId="{987BDBFC-F248-4FEC-861C-8F61FEACAFE8}" dt="2026-03-26T15:01:35.475" v="3951" actId="700"/>
          <ac:spMkLst>
            <pc:docMk/>
            <pc:sldMk cId="2805464956" sldId="268"/>
            <ac:spMk id="3" creationId="{1085E5E1-46C7-A655-CC7E-AAAA9F5D3931}"/>
          </ac:spMkLst>
        </pc:spChg>
        <pc:spChg chg="add del mod ord">
          <ac:chgData name="Mohammad Hosseinabady" userId="be52ff13-2b85-46c2-a312-7c73d9b23209" providerId="ADAL" clId="{987BDBFC-F248-4FEC-861C-8F61FEACAFE8}" dt="2026-03-26T15:02:43.005" v="3952" actId="478"/>
          <ac:spMkLst>
            <pc:docMk/>
            <pc:sldMk cId="2805464956" sldId="268"/>
            <ac:spMk id="4" creationId="{A66A69E5-9E49-799D-64CB-04CD1240114D}"/>
          </ac:spMkLst>
        </pc:spChg>
        <pc:spChg chg="add mod">
          <ac:chgData name="Mohammad Hosseinabady" userId="be52ff13-2b85-46c2-a312-7c73d9b23209" providerId="ADAL" clId="{987BDBFC-F248-4FEC-861C-8F61FEACAFE8}" dt="2026-03-26T15:12:13.630" v="3971" actId="14100"/>
          <ac:spMkLst>
            <pc:docMk/>
            <pc:sldMk cId="2805464956" sldId="268"/>
            <ac:spMk id="14" creationId="{A40EF06C-D9D7-C3B6-D583-FABDDB605BE3}"/>
          </ac:spMkLst>
        </pc:spChg>
        <pc:spChg chg="add mod">
          <ac:chgData name="Mohammad Hosseinabady" userId="be52ff13-2b85-46c2-a312-7c73d9b23209" providerId="ADAL" clId="{987BDBFC-F248-4FEC-861C-8F61FEACAFE8}" dt="2026-03-26T15:37:51.806" v="4095" actId="1076"/>
          <ac:spMkLst>
            <pc:docMk/>
            <pc:sldMk cId="2805464956" sldId="268"/>
            <ac:spMk id="16" creationId="{A21BF272-18DE-D845-B932-0BA34FDA2CB7}"/>
          </ac:spMkLst>
        </pc:spChg>
        <pc:spChg chg="add del mod">
          <ac:chgData name="Mohammad Hosseinabady" userId="be52ff13-2b85-46c2-a312-7c73d9b23209" providerId="ADAL" clId="{987BDBFC-F248-4FEC-861C-8F61FEACAFE8}" dt="2026-03-26T15:13:43.949" v="3981" actId="478"/>
          <ac:spMkLst>
            <pc:docMk/>
            <pc:sldMk cId="2805464956" sldId="268"/>
            <ac:spMk id="18" creationId="{7C3C36E9-1AD6-4904-DB5F-1F8531490254}"/>
          </ac:spMkLst>
        </pc:spChg>
        <pc:spChg chg="add del mod">
          <ac:chgData name="Mohammad Hosseinabady" userId="be52ff13-2b85-46c2-a312-7c73d9b23209" providerId="ADAL" clId="{987BDBFC-F248-4FEC-861C-8F61FEACAFE8}" dt="2026-03-26T15:37:02.454" v="4065" actId="478"/>
          <ac:spMkLst>
            <pc:docMk/>
            <pc:sldMk cId="2805464956" sldId="268"/>
            <ac:spMk id="20" creationId="{FB771D21-497F-853D-F5FA-900BCD48CDFE}"/>
          </ac:spMkLst>
        </pc:spChg>
        <pc:picChg chg="add mod">
          <ac:chgData name="Mohammad Hosseinabady" userId="be52ff13-2b85-46c2-a312-7c73d9b23209" providerId="ADAL" clId="{987BDBFC-F248-4FEC-861C-8F61FEACAFE8}" dt="2026-03-26T15:07:45.043" v="3966" actId="1076"/>
          <ac:picMkLst>
            <pc:docMk/>
            <pc:sldMk cId="2805464956" sldId="268"/>
            <ac:picMk id="6" creationId="{61A93E26-C9DD-8F4A-166A-DEF3C239CB6A}"/>
          </ac:picMkLst>
        </pc:picChg>
        <pc:picChg chg="add del">
          <ac:chgData name="Mohammad Hosseinabady" userId="be52ff13-2b85-46c2-a312-7c73d9b23209" providerId="ADAL" clId="{987BDBFC-F248-4FEC-861C-8F61FEACAFE8}" dt="2026-03-26T15:06:15.171" v="3960" actId="22"/>
          <ac:picMkLst>
            <pc:docMk/>
            <pc:sldMk cId="2805464956" sldId="268"/>
            <ac:picMk id="8" creationId="{2B0D3574-2429-2F0A-E6A7-7FB6BFB4201A}"/>
          </ac:picMkLst>
        </pc:picChg>
        <pc:picChg chg="add del">
          <ac:chgData name="Mohammad Hosseinabady" userId="be52ff13-2b85-46c2-a312-7c73d9b23209" providerId="ADAL" clId="{987BDBFC-F248-4FEC-861C-8F61FEACAFE8}" dt="2026-03-26T15:06:45.221" v="3962" actId="22"/>
          <ac:picMkLst>
            <pc:docMk/>
            <pc:sldMk cId="2805464956" sldId="268"/>
            <ac:picMk id="10" creationId="{C859B634-A022-9159-05CF-4BDD05C2EBAF}"/>
          </ac:picMkLst>
        </pc:picChg>
        <pc:picChg chg="add del mod">
          <ac:chgData name="Mohammad Hosseinabady" userId="be52ff13-2b85-46c2-a312-7c73d9b23209" providerId="ADAL" clId="{987BDBFC-F248-4FEC-861C-8F61FEACAFE8}" dt="2026-03-26T15:12:08.957" v="3968" actId="478"/>
          <ac:picMkLst>
            <pc:docMk/>
            <pc:sldMk cId="2805464956" sldId="268"/>
            <ac:picMk id="12" creationId="{F41E4057-A66D-1415-C21B-BCCECB931F51}"/>
          </ac:picMkLst>
        </pc:picChg>
        <pc:picChg chg="add del mod">
          <ac:chgData name="Mohammad Hosseinabady" userId="be52ff13-2b85-46c2-a312-7c73d9b23209" providerId="ADAL" clId="{987BDBFC-F248-4FEC-861C-8F61FEACAFE8}" dt="2026-03-26T15:38:20.023" v="4097" actId="478"/>
          <ac:picMkLst>
            <pc:docMk/>
            <pc:sldMk cId="2805464956" sldId="268"/>
            <ac:picMk id="22" creationId="{336AC3C7-A7C9-9B01-9463-B2090523FD7C}"/>
          </ac:picMkLst>
        </pc:picChg>
        <pc:picChg chg="add mod">
          <ac:chgData name="Mohammad Hosseinabady" userId="be52ff13-2b85-46c2-a312-7c73d9b23209" providerId="ADAL" clId="{987BDBFC-F248-4FEC-861C-8F61FEACAFE8}" dt="2026-03-26T15:39:32.045" v="4113" actId="1076"/>
          <ac:picMkLst>
            <pc:docMk/>
            <pc:sldMk cId="2805464956" sldId="268"/>
            <ac:picMk id="24" creationId="{9A5E7089-03DC-42CC-D190-7590722DE90E}"/>
          </ac:picMkLst>
        </pc:picChg>
      </pc:sldChg>
      <pc:sldChg chg="addSp delSp modSp new mod">
        <pc:chgData name="Mohammad Hosseinabady" userId="be52ff13-2b85-46c2-a312-7c73d9b23209" providerId="ADAL" clId="{987BDBFC-F248-4FEC-861C-8F61FEACAFE8}" dt="2026-03-27T05:35:25.128" v="4851" actId="1076"/>
        <pc:sldMkLst>
          <pc:docMk/>
          <pc:sldMk cId="506651916" sldId="269"/>
        </pc:sldMkLst>
        <pc:spChg chg="mod">
          <ac:chgData name="Mohammad Hosseinabady" userId="be52ff13-2b85-46c2-a312-7c73d9b23209" providerId="ADAL" clId="{987BDBFC-F248-4FEC-861C-8F61FEACAFE8}" dt="2026-03-27T05:35:25.128" v="4851" actId="1076"/>
          <ac:spMkLst>
            <pc:docMk/>
            <pc:sldMk cId="506651916" sldId="269"/>
            <ac:spMk id="2" creationId="{F790F12A-AADF-03B4-18B1-F67DD8E4F73C}"/>
          </ac:spMkLst>
        </pc:spChg>
        <pc:spChg chg="add del mod">
          <ac:chgData name="Mohammad Hosseinabady" userId="be52ff13-2b85-46c2-a312-7c73d9b23209" providerId="ADAL" clId="{987BDBFC-F248-4FEC-861C-8F61FEACAFE8}" dt="2026-03-26T15:16:42.877" v="4004" actId="478"/>
          <ac:spMkLst>
            <pc:docMk/>
            <pc:sldMk cId="506651916" sldId="269"/>
            <ac:spMk id="4" creationId="{A23EE23C-F0E2-82BC-41D1-E9387F419B8D}"/>
          </ac:spMkLst>
        </pc:spChg>
        <pc:spChg chg="add del mod">
          <ac:chgData name="Mohammad Hosseinabady" userId="be52ff13-2b85-46c2-a312-7c73d9b23209" providerId="ADAL" clId="{987BDBFC-F248-4FEC-861C-8F61FEACAFE8}" dt="2026-03-26T15:16:59.004" v="4009" actId="478"/>
          <ac:spMkLst>
            <pc:docMk/>
            <pc:sldMk cId="506651916" sldId="269"/>
            <ac:spMk id="5" creationId="{55938ABD-98B9-2519-5418-C7DBEC943920}"/>
          </ac:spMkLst>
        </pc:spChg>
        <pc:spChg chg="add del mod">
          <ac:chgData name="Mohammad Hosseinabady" userId="be52ff13-2b85-46c2-a312-7c73d9b23209" providerId="ADAL" clId="{987BDBFC-F248-4FEC-861C-8F61FEACAFE8}" dt="2026-03-26T15:17:27.998" v="4018" actId="478"/>
          <ac:spMkLst>
            <pc:docMk/>
            <pc:sldMk cId="506651916" sldId="269"/>
            <ac:spMk id="7" creationId="{57E3AF67-F4BA-B9B3-658E-5088513B69C7}"/>
          </ac:spMkLst>
        </pc:spChg>
        <pc:spChg chg="add del">
          <ac:chgData name="Mohammad Hosseinabady" userId="be52ff13-2b85-46c2-a312-7c73d9b23209" providerId="ADAL" clId="{987BDBFC-F248-4FEC-861C-8F61FEACAFE8}" dt="2026-03-26T15:33:04.172" v="4020" actId="22"/>
          <ac:spMkLst>
            <pc:docMk/>
            <pc:sldMk cId="506651916" sldId="269"/>
            <ac:spMk id="9" creationId="{80CDC11C-5B6A-F15F-165D-08FAB2A76B3E}"/>
          </ac:spMkLst>
        </pc:spChg>
        <pc:spChg chg="add mod">
          <ac:chgData name="Mohammad Hosseinabady" userId="be52ff13-2b85-46c2-a312-7c73d9b23209" providerId="ADAL" clId="{987BDBFC-F248-4FEC-861C-8F61FEACAFE8}" dt="2026-03-26T15:33:34.202" v="4025"/>
          <ac:spMkLst>
            <pc:docMk/>
            <pc:sldMk cId="506651916" sldId="269"/>
            <ac:spMk id="10" creationId="{77D1569E-5BB2-055F-F14E-58A9DB6F56D3}"/>
          </ac:spMkLst>
        </pc:spChg>
        <pc:spChg chg="add mod">
          <ac:chgData name="Mohammad Hosseinabady" userId="be52ff13-2b85-46c2-a312-7c73d9b23209" providerId="ADAL" clId="{987BDBFC-F248-4FEC-861C-8F61FEACAFE8}" dt="2026-03-26T15:40:22.584" v="4125" actId="114"/>
          <ac:spMkLst>
            <pc:docMk/>
            <pc:sldMk cId="506651916" sldId="269"/>
            <ac:spMk id="12" creationId="{1E09EC52-777B-8455-D5FF-09C2914A7EFD}"/>
          </ac:spMkLst>
        </pc:spChg>
        <pc:spChg chg="add del mod">
          <ac:chgData name="Mohammad Hosseinabady" userId="be52ff13-2b85-46c2-a312-7c73d9b23209" providerId="ADAL" clId="{987BDBFC-F248-4FEC-861C-8F61FEACAFE8}" dt="2026-03-26T15:40:55.715" v="4129"/>
          <ac:spMkLst>
            <pc:docMk/>
            <pc:sldMk cId="506651916" sldId="269"/>
            <ac:spMk id="14" creationId="{7AC56789-C72D-8508-2592-AB1F598AE98D}"/>
          </ac:spMkLst>
        </pc:spChg>
        <pc:spChg chg="add del mod">
          <ac:chgData name="Mohammad Hosseinabady" userId="be52ff13-2b85-46c2-a312-7c73d9b23209" providerId="ADAL" clId="{987BDBFC-F248-4FEC-861C-8F61FEACAFE8}" dt="2026-03-26T15:39:17.196" v="4107" actId="22"/>
          <ac:spMkLst>
            <pc:docMk/>
            <pc:sldMk cId="506651916" sldId="269"/>
            <ac:spMk id="16" creationId="{52FF48D9-538E-19D5-41A1-5CD31B8B5177}"/>
          </ac:spMkLst>
        </pc:spChg>
      </pc:sldChg>
      <pc:sldChg chg="addSp delSp modSp new mod">
        <pc:chgData name="Mohammad Hosseinabady" userId="be52ff13-2b85-46c2-a312-7c73d9b23209" providerId="ADAL" clId="{987BDBFC-F248-4FEC-861C-8F61FEACAFE8}" dt="2026-03-26T15:47:41.907" v="4147" actId="14100"/>
        <pc:sldMkLst>
          <pc:docMk/>
          <pc:sldMk cId="1370432653" sldId="270"/>
        </pc:sldMkLst>
        <pc:spChg chg="add del">
          <ac:chgData name="Mohammad Hosseinabady" userId="be52ff13-2b85-46c2-a312-7c73d9b23209" providerId="ADAL" clId="{987BDBFC-F248-4FEC-861C-8F61FEACAFE8}" dt="2026-03-26T15:45:00.278" v="4132" actId="478"/>
          <ac:spMkLst>
            <pc:docMk/>
            <pc:sldMk cId="1370432653" sldId="270"/>
            <ac:spMk id="4" creationId="{77CA833D-A687-0BF8-CA8B-D3C13FAD4509}"/>
          </ac:spMkLst>
        </pc:spChg>
        <pc:spChg chg="add mod">
          <ac:chgData name="Mohammad Hosseinabady" userId="be52ff13-2b85-46c2-a312-7c73d9b23209" providerId="ADAL" clId="{987BDBFC-F248-4FEC-861C-8F61FEACAFE8}" dt="2026-03-26T15:47:41.907" v="4147" actId="14100"/>
          <ac:spMkLst>
            <pc:docMk/>
            <pc:sldMk cId="1370432653" sldId="270"/>
            <ac:spMk id="6" creationId="{A0BE4197-A9C2-C459-4E7B-ABE338503E55}"/>
          </ac:spMkLst>
        </pc:spChg>
      </pc:sldChg>
      <pc:sldChg chg="addSp delSp modSp add del mod modAnim">
        <pc:chgData name="Mohammad Hosseinabady" userId="be52ff13-2b85-46c2-a312-7c73d9b23209" providerId="ADAL" clId="{987BDBFC-F248-4FEC-861C-8F61FEACAFE8}" dt="2026-03-26T15:00:40.325" v="3943" actId="47"/>
        <pc:sldMkLst>
          <pc:docMk/>
          <pc:sldMk cId="3662628585" sldId="270"/>
        </pc:sldMkLst>
      </pc:sldChg>
      <pc:sldChg chg="addSp modSp new mod">
        <pc:chgData name="Mohammad Hosseinabady" userId="be52ff13-2b85-46c2-a312-7c73d9b23209" providerId="ADAL" clId="{987BDBFC-F248-4FEC-861C-8F61FEACAFE8}" dt="2026-03-26T15:51:45.594" v="4164" actId="207"/>
        <pc:sldMkLst>
          <pc:docMk/>
          <pc:sldMk cId="3264243268" sldId="271"/>
        </pc:sldMkLst>
        <pc:spChg chg="mod">
          <ac:chgData name="Mohammad Hosseinabady" userId="be52ff13-2b85-46c2-a312-7c73d9b23209" providerId="ADAL" clId="{987BDBFC-F248-4FEC-861C-8F61FEACAFE8}" dt="2026-03-26T15:48:00.659" v="4154" actId="20577"/>
          <ac:spMkLst>
            <pc:docMk/>
            <pc:sldMk cId="3264243268" sldId="271"/>
            <ac:spMk id="2" creationId="{00A476A0-6870-3760-30D4-7A36B7F2258A}"/>
          </ac:spMkLst>
        </pc:spChg>
        <pc:spChg chg="add mod">
          <ac:chgData name="Mohammad Hosseinabady" userId="be52ff13-2b85-46c2-a312-7c73d9b23209" providerId="ADAL" clId="{987BDBFC-F248-4FEC-861C-8F61FEACAFE8}" dt="2026-03-26T15:51:45.594" v="4164" actId="207"/>
          <ac:spMkLst>
            <pc:docMk/>
            <pc:sldMk cId="3264243268" sldId="271"/>
            <ac:spMk id="4" creationId="{CB57AC3E-9483-FE60-A4AB-F35480516A4B}"/>
          </ac:spMkLst>
        </pc:spChg>
      </pc:sldChg>
      <pc:sldChg chg="addSp delSp modSp add del mod delAnim modAnim">
        <pc:chgData name="Mohammad Hosseinabady" userId="be52ff13-2b85-46c2-a312-7c73d9b23209" providerId="ADAL" clId="{987BDBFC-F248-4FEC-861C-8F61FEACAFE8}" dt="2026-03-26T15:00:40.325" v="3943" actId="47"/>
        <pc:sldMkLst>
          <pc:docMk/>
          <pc:sldMk cId="4068508095" sldId="271"/>
        </pc:sldMkLst>
      </pc:sldChg>
      <pc:sldChg chg="addSp delSp modSp new mod">
        <pc:chgData name="Mohammad Hosseinabady" userId="be52ff13-2b85-46c2-a312-7c73d9b23209" providerId="ADAL" clId="{987BDBFC-F248-4FEC-861C-8F61FEACAFE8}" dt="2026-03-27T05:16:56.745" v="4847" actId="1076"/>
        <pc:sldMkLst>
          <pc:docMk/>
          <pc:sldMk cId="1622428564" sldId="272"/>
        </pc:sldMkLst>
        <pc:spChg chg="del mod">
          <ac:chgData name="Mohammad Hosseinabady" userId="be52ff13-2b85-46c2-a312-7c73d9b23209" providerId="ADAL" clId="{987BDBFC-F248-4FEC-861C-8F61FEACAFE8}" dt="2026-03-26T15:57:38.422" v="4177" actId="478"/>
          <ac:spMkLst>
            <pc:docMk/>
            <pc:sldMk cId="1622428564" sldId="272"/>
            <ac:spMk id="2" creationId="{B0DFD8B9-EB11-6035-9542-D8C2F8A9F114}"/>
          </ac:spMkLst>
        </pc:spChg>
        <pc:spChg chg="add del mod">
          <ac:chgData name="Mohammad Hosseinabady" userId="be52ff13-2b85-46c2-a312-7c73d9b23209" providerId="ADAL" clId="{987BDBFC-F248-4FEC-861C-8F61FEACAFE8}" dt="2026-03-26T15:57:41.861" v="4178" actId="478"/>
          <ac:spMkLst>
            <pc:docMk/>
            <pc:sldMk cId="1622428564" sldId="272"/>
            <ac:spMk id="6" creationId="{524190CD-A129-D783-5323-D177C11F05ED}"/>
          </ac:spMkLst>
        </pc:spChg>
        <pc:spChg chg="add mod">
          <ac:chgData name="Mohammad Hosseinabady" userId="be52ff13-2b85-46c2-a312-7c73d9b23209" providerId="ADAL" clId="{987BDBFC-F248-4FEC-861C-8F61FEACAFE8}" dt="2026-03-27T05:16:56.745" v="4847" actId="1076"/>
          <ac:spMkLst>
            <pc:docMk/>
            <pc:sldMk cId="1622428564" sldId="272"/>
            <ac:spMk id="8" creationId="{3F292BC8-8C51-847F-C996-02D7280A8243}"/>
          </ac:spMkLst>
        </pc:spChg>
        <pc:picChg chg="add mod modCrop">
          <ac:chgData name="Mohammad Hosseinabady" userId="be52ff13-2b85-46c2-a312-7c73d9b23209" providerId="ADAL" clId="{987BDBFC-F248-4FEC-861C-8F61FEACAFE8}" dt="2026-03-26T15:57:58.804" v="4181" actId="14100"/>
          <ac:picMkLst>
            <pc:docMk/>
            <pc:sldMk cId="1622428564" sldId="272"/>
            <ac:picMk id="4" creationId="{5877739E-9C6F-2706-65E5-77FFCFFE9924}"/>
          </ac:picMkLst>
        </pc:picChg>
      </pc:sldChg>
      <pc:sldChg chg="addSp delSp modSp add del mod delAnim modAnim">
        <pc:chgData name="Mohammad Hosseinabady" userId="be52ff13-2b85-46c2-a312-7c73d9b23209" providerId="ADAL" clId="{987BDBFC-F248-4FEC-861C-8F61FEACAFE8}" dt="2026-03-26T15:00:40.325" v="3943" actId="47"/>
        <pc:sldMkLst>
          <pc:docMk/>
          <pc:sldMk cId="3684520440" sldId="272"/>
        </pc:sldMkLst>
      </pc:sldChg>
      <pc:sldChg chg="addSp delSp modSp new mod modAnim">
        <pc:chgData name="Mohammad Hosseinabady" userId="be52ff13-2b85-46c2-a312-7c73d9b23209" providerId="ADAL" clId="{987BDBFC-F248-4FEC-861C-8F61FEACAFE8}" dt="2026-03-26T16:20:46.018" v="4309"/>
        <pc:sldMkLst>
          <pc:docMk/>
          <pc:sldMk cId="646146526" sldId="273"/>
        </pc:sldMkLst>
        <pc:spChg chg="del">
          <ac:chgData name="Mohammad Hosseinabady" userId="be52ff13-2b85-46c2-a312-7c73d9b23209" providerId="ADAL" clId="{987BDBFC-F248-4FEC-861C-8F61FEACAFE8}" dt="2026-03-26T16:00:54.595" v="4194" actId="478"/>
          <ac:spMkLst>
            <pc:docMk/>
            <pc:sldMk cId="646146526" sldId="273"/>
            <ac:spMk id="2" creationId="{3710C6FC-E7D0-998E-454C-CCFDC71370E0}"/>
          </ac:spMkLst>
        </pc:spChg>
        <pc:spChg chg="add del mod">
          <ac:chgData name="Mohammad Hosseinabady" userId="be52ff13-2b85-46c2-a312-7c73d9b23209" providerId="ADAL" clId="{987BDBFC-F248-4FEC-861C-8F61FEACAFE8}" dt="2026-03-26T16:03:45.140" v="4207" actId="22"/>
          <ac:spMkLst>
            <pc:docMk/>
            <pc:sldMk cId="646146526" sldId="273"/>
            <ac:spMk id="8" creationId="{6314864F-869C-22F4-172A-0B59AAE5A215}"/>
          </ac:spMkLst>
        </pc:spChg>
        <pc:spChg chg="add mod">
          <ac:chgData name="Mohammad Hosseinabady" userId="be52ff13-2b85-46c2-a312-7c73d9b23209" providerId="ADAL" clId="{987BDBFC-F248-4FEC-861C-8F61FEACAFE8}" dt="2026-03-26T16:20:34.030" v="4304" actId="5793"/>
          <ac:spMkLst>
            <pc:docMk/>
            <pc:sldMk cId="646146526" sldId="273"/>
            <ac:spMk id="10" creationId="{2789C51B-46F3-C3E8-0BC3-671D90DBB98A}"/>
          </ac:spMkLst>
        </pc:spChg>
        <pc:spChg chg="add mod">
          <ac:chgData name="Mohammad Hosseinabady" userId="be52ff13-2b85-46c2-a312-7c73d9b23209" providerId="ADAL" clId="{987BDBFC-F248-4FEC-861C-8F61FEACAFE8}" dt="2026-03-26T16:19:52.244" v="4286" actId="1076"/>
          <ac:spMkLst>
            <pc:docMk/>
            <pc:sldMk cId="646146526" sldId="273"/>
            <ac:spMk id="12" creationId="{52012747-96C2-BA64-24ED-4A243E699AF8}"/>
          </ac:spMkLst>
        </pc:spChg>
        <pc:spChg chg="add mod">
          <ac:chgData name="Mohammad Hosseinabady" userId="be52ff13-2b85-46c2-a312-7c73d9b23209" providerId="ADAL" clId="{987BDBFC-F248-4FEC-861C-8F61FEACAFE8}" dt="2026-03-26T16:20:18.175" v="4296" actId="1076"/>
          <ac:spMkLst>
            <pc:docMk/>
            <pc:sldMk cId="646146526" sldId="273"/>
            <ac:spMk id="14" creationId="{89F5945C-FF3A-CA75-F7D2-961E0FF59407}"/>
          </ac:spMkLst>
        </pc:spChg>
        <pc:spChg chg="add mod">
          <ac:chgData name="Mohammad Hosseinabady" userId="be52ff13-2b85-46c2-a312-7c73d9b23209" providerId="ADAL" clId="{987BDBFC-F248-4FEC-861C-8F61FEACAFE8}" dt="2026-03-26T16:20:41.557" v="4307" actId="1076"/>
          <ac:spMkLst>
            <pc:docMk/>
            <pc:sldMk cId="646146526" sldId="273"/>
            <ac:spMk id="16" creationId="{4E31A511-099C-3980-9360-53AB2FA7D55D}"/>
          </ac:spMkLst>
        </pc:spChg>
        <pc:picChg chg="add mod modCrop">
          <ac:chgData name="Mohammad Hosseinabady" userId="be52ff13-2b85-46c2-a312-7c73d9b23209" providerId="ADAL" clId="{987BDBFC-F248-4FEC-861C-8F61FEACAFE8}" dt="2026-03-26T16:07:10.446" v="4232" actId="732"/>
          <ac:picMkLst>
            <pc:docMk/>
            <pc:sldMk cId="646146526" sldId="273"/>
            <ac:picMk id="4" creationId="{19A0AA22-0525-9D96-B564-AEC66BE42144}"/>
          </ac:picMkLst>
        </pc:picChg>
        <pc:picChg chg="add del mod">
          <ac:chgData name="Mohammad Hosseinabady" userId="be52ff13-2b85-46c2-a312-7c73d9b23209" providerId="ADAL" clId="{987BDBFC-F248-4FEC-861C-8F61FEACAFE8}" dt="2026-03-26T16:03:55.585" v="4210" actId="478"/>
          <ac:picMkLst>
            <pc:docMk/>
            <pc:sldMk cId="646146526" sldId="273"/>
            <ac:picMk id="6" creationId="{FCC05BD2-5DE1-1AFF-BB44-125A9004B916}"/>
          </ac:picMkLst>
        </pc:picChg>
      </pc:sldChg>
      <pc:sldChg chg="addSp delSp modSp new mod">
        <pc:chgData name="Mohammad Hosseinabady" userId="be52ff13-2b85-46c2-a312-7c73d9b23209" providerId="ADAL" clId="{987BDBFC-F248-4FEC-861C-8F61FEACAFE8}" dt="2026-03-26T16:19:16.436" v="4275" actId="207"/>
        <pc:sldMkLst>
          <pc:docMk/>
          <pc:sldMk cId="1044482496" sldId="274"/>
        </pc:sldMkLst>
        <pc:spChg chg="mod">
          <ac:chgData name="Mohammad Hosseinabady" userId="be52ff13-2b85-46c2-a312-7c73d9b23209" providerId="ADAL" clId="{987BDBFC-F248-4FEC-861C-8F61FEACAFE8}" dt="2026-03-26T16:15:13.780" v="4245" actId="14100"/>
          <ac:spMkLst>
            <pc:docMk/>
            <pc:sldMk cId="1044482496" sldId="274"/>
            <ac:spMk id="2" creationId="{763E76F9-0B07-5D9E-2325-AC1649425C67}"/>
          </ac:spMkLst>
        </pc:spChg>
        <pc:spChg chg="add del">
          <ac:chgData name="Mohammad Hosseinabady" userId="be52ff13-2b85-46c2-a312-7c73d9b23209" providerId="ADAL" clId="{987BDBFC-F248-4FEC-861C-8F61FEACAFE8}" dt="2026-03-26T16:15:03.440" v="4236" actId="22"/>
          <ac:spMkLst>
            <pc:docMk/>
            <pc:sldMk cId="1044482496" sldId="274"/>
            <ac:spMk id="4" creationId="{0692D65E-CC5D-0BEB-9501-9B5AD6F2E6D7}"/>
          </ac:spMkLst>
        </pc:spChg>
        <pc:spChg chg="add mod">
          <ac:chgData name="Mohammad Hosseinabady" userId="be52ff13-2b85-46c2-a312-7c73d9b23209" providerId="ADAL" clId="{987BDBFC-F248-4FEC-861C-8F61FEACAFE8}" dt="2026-03-26T16:19:16.436" v="4275" actId="207"/>
          <ac:spMkLst>
            <pc:docMk/>
            <pc:sldMk cId="1044482496" sldId="274"/>
            <ac:spMk id="6" creationId="{1C7D5676-37A2-5C4B-2D27-BE9478F52D7D}"/>
          </ac:spMkLst>
        </pc:spChg>
        <pc:spChg chg="add mod">
          <ac:chgData name="Mohammad Hosseinabady" userId="be52ff13-2b85-46c2-a312-7c73d9b23209" providerId="ADAL" clId="{987BDBFC-F248-4FEC-861C-8F61FEACAFE8}" dt="2026-03-26T16:19:06.479" v="4273" actId="207"/>
          <ac:spMkLst>
            <pc:docMk/>
            <pc:sldMk cId="1044482496" sldId="274"/>
            <ac:spMk id="8" creationId="{FB68BA13-4421-21C2-29D9-9BE8F6472947}"/>
          </ac:spMkLst>
        </pc:spChg>
      </pc:sldChg>
      <pc:sldChg chg="addSp modSp new del mod modAnim">
        <pc:chgData name="Mohammad Hosseinabady" userId="be52ff13-2b85-46c2-a312-7c73d9b23209" providerId="ADAL" clId="{987BDBFC-F248-4FEC-861C-8F61FEACAFE8}" dt="2026-03-26T15:00:40.325" v="3943" actId="47"/>
        <pc:sldMkLst>
          <pc:docMk/>
          <pc:sldMk cId="1809938396" sldId="274"/>
        </pc:sldMkLst>
      </pc:sldChg>
      <pc:sldChg chg="addSp delSp modSp new mod modAnim">
        <pc:chgData name="Mohammad Hosseinabady" userId="be52ff13-2b85-46c2-a312-7c73d9b23209" providerId="ADAL" clId="{987BDBFC-F248-4FEC-861C-8F61FEACAFE8}" dt="2026-03-26T16:29:52.474" v="4475" actId="478"/>
        <pc:sldMkLst>
          <pc:docMk/>
          <pc:sldMk cId="64507641" sldId="275"/>
        </pc:sldMkLst>
        <pc:spChg chg="del">
          <ac:chgData name="Mohammad Hosseinabady" userId="be52ff13-2b85-46c2-a312-7c73d9b23209" providerId="ADAL" clId="{987BDBFC-F248-4FEC-861C-8F61FEACAFE8}" dt="2026-03-26T16:21:39.932" v="4312" actId="478"/>
          <ac:spMkLst>
            <pc:docMk/>
            <pc:sldMk cId="64507641" sldId="275"/>
            <ac:spMk id="2" creationId="{94F9E355-7565-0AD1-607E-E4AA38A2EC43}"/>
          </ac:spMkLst>
        </pc:spChg>
        <pc:spChg chg="add del">
          <ac:chgData name="Mohammad Hosseinabady" userId="be52ff13-2b85-46c2-a312-7c73d9b23209" providerId="ADAL" clId="{987BDBFC-F248-4FEC-861C-8F61FEACAFE8}" dt="2026-03-26T16:21:34.467" v="4311" actId="478"/>
          <ac:spMkLst>
            <pc:docMk/>
            <pc:sldMk cId="64507641" sldId="275"/>
            <ac:spMk id="4" creationId="{93B274CB-1ED2-9533-D220-DF7D53C45CB6}"/>
          </ac:spMkLst>
        </pc:spChg>
        <pc:spChg chg="add mod">
          <ac:chgData name="Mohammad Hosseinabady" userId="be52ff13-2b85-46c2-a312-7c73d9b23209" providerId="ADAL" clId="{987BDBFC-F248-4FEC-861C-8F61FEACAFE8}" dt="2026-03-26T16:28:22.165" v="4441" actId="1076"/>
          <ac:spMkLst>
            <pc:docMk/>
            <pc:sldMk cId="64507641" sldId="275"/>
            <ac:spMk id="8" creationId="{C5C93FB4-CFC2-37CD-1E18-9F995F11CB40}"/>
          </ac:spMkLst>
        </pc:spChg>
        <pc:spChg chg="add mod">
          <ac:chgData name="Mohammad Hosseinabady" userId="be52ff13-2b85-46c2-a312-7c73d9b23209" providerId="ADAL" clId="{987BDBFC-F248-4FEC-861C-8F61FEACAFE8}" dt="2026-03-26T16:28:22.165" v="4441" actId="1076"/>
          <ac:spMkLst>
            <pc:docMk/>
            <pc:sldMk cId="64507641" sldId="275"/>
            <ac:spMk id="10" creationId="{0AEFF9C5-DC1F-EFA3-7926-5CD370748E9F}"/>
          </ac:spMkLst>
        </pc:spChg>
        <pc:spChg chg="add mod">
          <ac:chgData name="Mohammad Hosseinabady" userId="be52ff13-2b85-46c2-a312-7c73d9b23209" providerId="ADAL" clId="{987BDBFC-F248-4FEC-861C-8F61FEACAFE8}" dt="2026-03-26T16:28:22.165" v="4441" actId="1076"/>
          <ac:spMkLst>
            <pc:docMk/>
            <pc:sldMk cId="64507641" sldId="275"/>
            <ac:spMk id="12" creationId="{5836ACCB-408D-D437-3488-C1DBA1FB3E86}"/>
          </ac:spMkLst>
        </pc:spChg>
        <pc:spChg chg="add mod">
          <ac:chgData name="Mohammad Hosseinabady" userId="be52ff13-2b85-46c2-a312-7c73d9b23209" providerId="ADAL" clId="{987BDBFC-F248-4FEC-861C-8F61FEACAFE8}" dt="2026-03-26T16:28:22.165" v="4441" actId="1076"/>
          <ac:spMkLst>
            <pc:docMk/>
            <pc:sldMk cId="64507641" sldId="275"/>
            <ac:spMk id="14" creationId="{18D13DB6-58F9-3B3E-9999-A08796FE89D7}"/>
          </ac:spMkLst>
        </pc:spChg>
        <pc:spChg chg="add del mod">
          <ac:chgData name="Mohammad Hosseinabady" userId="be52ff13-2b85-46c2-a312-7c73d9b23209" providerId="ADAL" clId="{987BDBFC-F248-4FEC-861C-8F61FEACAFE8}" dt="2026-03-26T16:29:06.592" v="4448" actId="22"/>
          <ac:spMkLst>
            <pc:docMk/>
            <pc:sldMk cId="64507641" sldId="275"/>
            <ac:spMk id="16" creationId="{AAB54571-88C4-F88F-4209-B9C146112519}"/>
          </ac:spMkLst>
        </pc:spChg>
        <pc:spChg chg="add mod">
          <ac:chgData name="Mohammad Hosseinabady" userId="be52ff13-2b85-46c2-a312-7c73d9b23209" providerId="ADAL" clId="{987BDBFC-F248-4FEC-861C-8F61FEACAFE8}" dt="2026-03-26T16:29:29.003" v="4457" actId="1076"/>
          <ac:spMkLst>
            <pc:docMk/>
            <pc:sldMk cId="64507641" sldId="275"/>
            <ac:spMk id="18" creationId="{9358EA6C-8ABC-1B70-7CAC-F042FE4BB4D1}"/>
          </ac:spMkLst>
        </pc:spChg>
        <pc:spChg chg="add del mod">
          <ac:chgData name="Mohammad Hosseinabady" userId="be52ff13-2b85-46c2-a312-7c73d9b23209" providerId="ADAL" clId="{987BDBFC-F248-4FEC-861C-8F61FEACAFE8}" dt="2026-03-26T16:29:52.474" v="4475" actId="478"/>
          <ac:spMkLst>
            <pc:docMk/>
            <pc:sldMk cId="64507641" sldId="275"/>
            <ac:spMk id="19" creationId="{D9CF64EE-6B60-9967-3A59-AAD25EBDE3D8}"/>
          </ac:spMkLst>
        </pc:spChg>
        <pc:picChg chg="add mod modCrop">
          <ac:chgData name="Mohammad Hosseinabady" userId="be52ff13-2b85-46c2-a312-7c73d9b23209" providerId="ADAL" clId="{987BDBFC-F248-4FEC-861C-8F61FEACAFE8}" dt="2026-03-26T16:28:17.691" v="4440" actId="732"/>
          <ac:picMkLst>
            <pc:docMk/>
            <pc:sldMk cId="64507641" sldId="275"/>
            <ac:picMk id="6" creationId="{8E9FA379-C82A-360A-BC86-029CE1342D3E}"/>
          </ac:picMkLst>
        </pc:picChg>
      </pc:sldChg>
      <pc:sldChg chg="addSp delSp modSp new del mod modAnim">
        <pc:chgData name="Mohammad Hosseinabady" userId="be52ff13-2b85-46c2-a312-7c73d9b23209" providerId="ADAL" clId="{987BDBFC-F248-4FEC-861C-8F61FEACAFE8}" dt="2026-03-26T15:00:40.325" v="3943" actId="47"/>
        <pc:sldMkLst>
          <pc:docMk/>
          <pc:sldMk cId="1995655977" sldId="275"/>
        </pc:sldMkLst>
      </pc:sldChg>
      <pc:sldChg chg="addSp modSp new del mod addAnim delAnim modAnim">
        <pc:chgData name="Mohammad Hosseinabady" userId="be52ff13-2b85-46c2-a312-7c73d9b23209" providerId="ADAL" clId="{987BDBFC-F248-4FEC-861C-8F61FEACAFE8}" dt="2026-03-26T15:00:40.325" v="3943" actId="47"/>
        <pc:sldMkLst>
          <pc:docMk/>
          <pc:sldMk cId="1176970209" sldId="276"/>
        </pc:sldMkLst>
      </pc:sldChg>
      <pc:sldChg chg="addSp delSp modSp new mod">
        <pc:chgData name="Mohammad Hosseinabady" userId="be52ff13-2b85-46c2-a312-7c73d9b23209" providerId="ADAL" clId="{987BDBFC-F248-4FEC-861C-8F61FEACAFE8}" dt="2026-03-26T16:31:20.495" v="4480" actId="478"/>
        <pc:sldMkLst>
          <pc:docMk/>
          <pc:sldMk cId="1521846971" sldId="276"/>
        </pc:sldMkLst>
        <pc:spChg chg="mod">
          <ac:chgData name="Mohammad Hosseinabady" userId="be52ff13-2b85-46c2-a312-7c73d9b23209" providerId="ADAL" clId="{987BDBFC-F248-4FEC-861C-8F61FEACAFE8}" dt="2026-03-26T16:29:49.443" v="4474" actId="27636"/>
          <ac:spMkLst>
            <pc:docMk/>
            <pc:sldMk cId="1521846971" sldId="276"/>
            <ac:spMk id="2" creationId="{2A4CBBBF-CB05-03DF-5C4A-B6D5CF310B30}"/>
          </ac:spMkLst>
        </pc:spChg>
        <pc:spChg chg="add mod">
          <ac:chgData name="Mohammad Hosseinabady" userId="be52ff13-2b85-46c2-a312-7c73d9b23209" providerId="ADAL" clId="{987BDBFC-F248-4FEC-861C-8F61FEACAFE8}" dt="2026-03-26T16:29:58.435" v="4477" actId="1076"/>
          <ac:spMkLst>
            <pc:docMk/>
            <pc:sldMk cId="1521846971" sldId="276"/>
            <ac:spMk id="3" creationId="{B90575B5-7867-2240-F680-DE1761FD5C90}"/>
          </ac:spMkLst>
        </pc:spChg>
        <pc:spChg chg="add del mod">
          <ac:chgData name="Mohammad Hosseinabady" userId="be52ff13-2b85-46c2-a312-7c73d9b23209" providerId="ADAL" clId="{987BDBFC-F248-4FEC-861C-8F61FEACAFE8}" dt="2026-03-26T16:31:20.495" v="4480" actId="478"/>
          <ac:spMkLst>
            <pc:docMk/>
            <pc:sldMk cId="1521846971" sldId="276"/>
            <ac:spMk id="5" creationId="{84912C7E-C9D0-E476-28E3-719556FEE731}"/>
          </ac:spMkLst>
        </pc:spChg>
      </pc:sldChg>
      <pc:sldChg chg="addSp modSp new del mod modAnim">
        <pc:chgData name="Mohammad Hosseinabady" userId="be52ff13-2b85-46c2-a312-7c73d9b23209" providerId="ADAL" clId="{987BDBFC-F248-4FEC-861C-8F61FEACAFE8}" dt="2026-03-26T15:00:40.325" v="3943" actId="47"/>
        <pc:sldMkLst>
          <pc:docMk/>
          <pc:sldMk cId="637581097" sldId="277"/>
        </pc:sldMkLst>
      </pc:sldChg>
      <pc:sldChg chg="addSp delSp modSp new mod">
        <pc:chgData name="Mohammad Hosseinabady" userId="be52ff13-2b85-46c2-a312-7c73d9b23209" providerId="ADAL" clId="{987BDBFC-F248-4FEC-861C-8F61FEACAFE8}" dt="2026-03-26T16:36:47.231" v="4530" actId="113"/>
        <pc:sldMkLst>
          <pc:docMk/>
          <pc:sldMk cId="2117176147" sldId="277"/>
        </pc:sldMkLst>
        <pc:spChg chg="add del mod">
          <ac:chgData name="Mohammad Hosseinabady" userId="be52ff13-2b85-46c2-a312-7c73d9b23209" providerId="ADAL" clId="{987BDBFC-F248-4FEC-861C-8F61FEACAFE8}" dt="2026-03-26T16:33:37.406" v="4493" actId="20577"/>
          <ac:spMkLst>
            <pc:docMk/>
            <pc:sldMk cId="2117176147" sldId="277"/>
            <ac:spMk id="2" creationId="{0ED2496B-E9C5-0708-FA3A-7EB709FD9EF3}"/>
          </ac:spMkLst>
        </pc:spChg>
        <pc:spChg chg="add del mod">
          <ac:chgData name="Mohammad Hosseinabady" userId="be52ff13-2b85-46c2-a312-7c73d9b23209" providerId="ADAL" clId="{987BDBFC-F248-4FEC-861C-8F61FEACAFE8}" dt="2026-03-26T16:33:35.054" v="4490" actId="22"/>
          <ac:spMkLst>
            <pc:docMk/>
            <pc:sldMk cId="2117176147" sldId="277"/>
            <ac:spMk id="4" creationId="{222C7805-2984-A0AF-1FFC-BADF7F0CE0C4}"/>
          </ac:spMkLst>
        </pc:spChg>
        <pc:spChg chg="add mod">
          <ac:chgData name="Mohammad Hosseinabady" userId="be52ff13-2b85-46c2-a312-7c73d9b23209" providerId="ADAL" clId="{987BDBFC-F248-4FEC-861C-8F61FEACAFE8}" dt="2026-03-26T16:36:47.231" v="4530" actId="113"/>
          <ac:spMkLst>
            <pc:docMk/>
            <pc:sldMk cId="2117176147" sldId="277"/>
            <ac:spMk id="6" creationId="{295A6CDF-7E0B-15C4-98E5-5D29B6EB75F8}"/>
          </ac:spMkLst>
        </pc:spChg>
      </pc:sldChg>
      <pc:sldChg chg="addSp modSp new del mod modAnim">
        <pc:chgData name="Mohammad Hosseinabady" userId="be52ff13-2b85-46c2-a312-7c73d9b23209" providerId="ADAL" clId="{987BDBFC-F248-4FEC-861C-8F61FEACAFE8}" dt="2026-03-26T15:00:40.325" v="3943" actId="47"/>
        <pc:sldMkLst>
          <pc:docMk/>
          <pc:sldMk cId="64049455" sldId="278"/>
        </pc:sldMkLst>
      </pc:sldChg>
      <pc:sldChg chg="addSp modSp new mod">
        <pc:chgData name="Mohammad Hosseinabady" userId="be52ff13-2b85-46c2-a312-7c73d9b23209" providerId="ADAL" clId="{987BDBFC-F248-4FEC-861C-8F61FEACAFE8}" dt="2026-03-27T04:26:36.864" v="4605" actId="1076"/>
        <pc:sldMkLst>
          <pc:docMk/>
          <pc:sldMk cId="1432028917" sldId="278"/>
        </pc:sldMkLst>
        <pc:spChg chg="mod">
          <ac:chgData name="Mohammad Hosseinabady" userId="be52ff13-2b85-46c2-a312-7c73d9b23209" providerId="ADAL" clId="{987BDBFC-F248-4FEC-861C-8F61FEACAFE8}" dt="2026-03-26T16:38:16.631" v="4543" actId="20577"/>
          <ac:spMkLst>
            <pc:docMk/>
            <pc:sldMk cId="1432028917" sldId="278"/>
            <ac:spMk id="2" creationId="{4B0A49EE-B4A5-9705-BD26-32A2941D8232}"/>
          </ac:spMkLst>
        </pc:spChg>
        <pc:spChg chg="add mod">
          <ac:chgData name="Mohammad Hosseinabady" userId="be52ff13-2b85-46c2-a312-7c73d9b23209" providerId="ADAL" clId="{987BDBFC-F248-4FEC-861C-8F61FEACAFE8}" dt="2026-03-27T04:26:36.864" v="4605" actId="1076"/>
          <ac:spMkLst>
            <pc:docMk/>
            <pc:sldMk cId="1432028917" sldId="278"/>
            <ac:spMk id="4" creationId="{15C4DB57-5A3C-A136-596D-341440EAB65A}"/>
          </ac:spMkLst>
        </pc:spChg>
        <pc:spChg chg="add mod">
          <ac:chgData name="Mohammad Hosseinabady" userId="be52ff13-2b85-46c2-a312-7c73d9b23209" providerId="ADAL" clId="{987BDBFC-F248-4FEC-861C-8F61FEACAFE8}" dt="2026-03-27T04:26:33.366" v="4604" actId="1076"/>
          <ac:spMkLst>
            <pc:docMk/>
            <pc:sldMk cId="1432028917" sldId="278"/>
            <ac:spMk id="6" creationId="{6B13C14B-2F9D-F216-B61E-8F54F487FA8D}"/>
          </ac:spMkLst>
        </pc:spChg>
      </pc:sldChg>
      <pc:sldChg chg="addSp delSp modSp new mod delAnim modAnim">
        <pc:chgData name="Mohammad Hosseinabady" userId="be52ff13-2b85-46c2-a312-7c73d9b23209" providerId="ADAL" clId="{987BDBFC-F248-4FEC-861C-8F61FEACAFE8}" dt="2026-03-27T04:54:35.605" v="4822"/>
        <pc:sldMkLst>
          <pc:docMk/>
          <pc:sldMk cId="3081071911" sldId="279"/>
        </pc:sldMkLst>
        <pc:spChg chg="mod">
          <ac:chgData name="Mohammad Hosseinabady" userId="be52ff13-2b85-46c2-a312-7c73d9b23209" providerId="ADAL" clId="{987BDBFC-F248-4FEC-861C-8F61FEACAFE8}" dt="2026-03-27T04:26:42.175" v="4607" actId="20577"/>
          <ac:spMkLst>
            <pc:docMk/>
            <pc:sldMk cId="3081071911" sldId="279"/>
            <ac:spMk id="2" creationId="{7469C0B9-AA45-7D4D-6071-01F01BE0C3B5}"/>
          </ac:spMkLst>
        </pc:spChg>
        <pc:spChg chg="add">
          <ac:chgData name="Mohammad Hosseinabady" userId="be52ff13-2b85-46c2-a312-7c73d9b23209" providerId="ADAL" clId="{987BDBFC-F248-4FEC-861C-8F61FEACAFE8}" dt="2026-03-27T04:28:16.121" v="4608"/>
          <ac:spMkLst>
            <pc:docMk/>
            <pc:sldMk cId="3081071911" sldId="279"/>
            <ac:spMk id="3" creationId="{DEBADE0C-4C80-FC3B-4487-B0DB6E0FBA69}"/>
          </ac:spMkLst>
        </pc:spChg>
        <pc:spChg chg="add mod">
          <ac:chgData name="Mohammad Hosseinabady" userId="be52ff13-2b85-46c2-a312-7c73d9b23209" providerId="ADAL" clId="{987BDBFC-F248-4FEC-861C-8F61FEACAFE8}" dt="2026-03-27T04:38:12.043" v="4672" actId="14100"/>
          <ac:spMkLst>
            <pc:docMk/>
            <pc:sldMk cId="3081071911" sldId="279"/>
            <ac:spMk id="4" creationId="{B1721601-FB73-77C1-1CCD-5586EB95715B}"/>
          </ac:spMkLst>
        </pc:spChg>
        <pc:spChg chg="add mod">
          <ac:chgData name="Mohammad Hosseinabady" userId="be52ff13-2b85-46c2-a312-7c73d9b23209" providerId="ADAL" clId="{987BDBFC-F248-4FEC-861C-8F61FEACAFE8}" dt="2026-03-27T04:43:11.116" v="4750" actId="1076"/>
          <ac:spMkLst>
            <pc:docMk/>
            <pc:sldMk cId="3081071911" sldId="279"/>
            <ac:spMk id="5" creationId="{EA4EC163-DF19-4303-D892-FEE50759B43E}"/>
          </ac:spMkLst>
        </pc:spChg>
        <pc:spChg chg="add del mod">
          <ac:chgData name="Mohammad Hosseinabady" userId="be52ff13-2b85-46c2-a312-7c73d9b23209" providerId="ADAL" clId="{987BDBFC-F248-4FEC-861C-8F61FEACAFE8}" dt="2026-03-27T04:44:03.484" v="4759" actId="478"/>
          <ac:spMkLst>
            <pc:docMk/>
            <pc:sldMk cId="3081071911" sldId="279"/>
            <ac:spMk id="6" creationId="{C0E318CA-9DC5-6C6F-56E0-39771F2E90AC}"/>
          </ac:spMkLst>
        </pc:spChg>
        <pc:spChg chg="add mod">
          <ac:chgData name="Mohammad Hosseinabady" userId="be52ff13-2b85-46c2-a312-7c73d9b23209" providerId="ADAL" clId="{987BDBFC-F248-4FEC-861C-8F61FEACAFE8}" dt="2026-03-27T04:39:07.805" v="4710" actId="571"/>
          <ac:spMkLst>
            <pc:docMk/>
            <pc:sldMk cId="3081071911" sldId="279"/>
            <ac:spMk id="7" creationId="{FE1C292E-9555-4879-B906-2DA04D727EC2}"/>
          </ac:spMkLst>
        </pc:spChg>
        <pc:spChg chg="add mod">
          <ac:chgData name="Mohammad Hosseinabady" userId="be52ff13-2b85-46c2-a312-7c73d9b23209" providerId="ADAL" clId="{987BDBFC-F248-4FEC-861C-8F61FEACAFE8}" dt="2026-03-27T04:44:20.266" v="4762" actId="20577"/>
          <ac:spMkLst>
            <pc:docMk/>
            <pc:sldMk cId="3081071911" sldId="279"/>
            <ac:spMk id="8" creationId="{ADDB33F3-F966-682D-6D13-9CDB41EE7650}"/>
          </ac:spMkLst>
        </pc:spChg>
        <pc:spChg chg="add mod">
          <ac:chgData name="Mohammad Hosseinabady" userId="be52ff13-2b85-46c2-a312-7c73d9b23209" providerId="ADAL" clId="{987BDBFC-F248-4FEC-861C-8F61FEACAFE8}" dt="2026-03-27T04:53:59.406" v="4819" actId="20577"/>
          <ac:spMkLst>
            <pc:docMk/>
            <pc:sldMk cId="3081071911" sldId="279"/>
            <ac:spMk id="9" creationId="{C8B9C6B7-B702-7411-688A-5E2E28C0C85E}"/>
          </ac:spMkLst>
        </pc:spChg>
        <pc:spChg chg="add mod">
          <ac:chgData name="Mohammad Hosseinabady" userId="be52ff13-2b85-46c2-a312-7c73d9b23209" providerId="ADAL" clId="{987BDBFC-F248-4FEC-861C-8F61FEACAFE8}" dt="2026-03-27T04:44:26.524" v="4765" actId="20577"/>
          <ac:spMkLst>
            <pc:docMk/>
            <pc:sldMk cId="3081071911" sldId="279"/>
            <ac:spMk id="10" creationId="{29DA1958-688B-FAA7-89D6-CDA127AA1E91}"/>
          </ac:spMkLst>
        </pc:spChg>
        <pc:spChg chg="add mod">
          <ac:chgData name="Mohammad Hosseinabady" userId="be52ff13-2b85-46c2-a312-7c73d9b23209" providerId="ADAL" clId="{987BDBFC-F248-4FEC-861C-8F61FEACAFE8}" dt="2026-03-27T04:44:28.523" v="4766" actId="20577"/>
          <ac:spMkLst>
            <pc:docMk/>
            <pc:sldMk cId="3081071911" sldId="279"/>
            <ac:spMk id="11" creationId="{FD8E4325-2910-4A7A-C0A6-F7022C0C7A0A}"/>
          </ac:spMkLst>
        </pc:spChg>
        <pc:spChg chg="add del mod">
          <ac:chgData name="Mohammad Hosseinabady" userId="be52ff13-2b85-46c2-a312-7c73d9b23209" providerId="ADAL" clId="{987BDBFC-F248-4FEC-861C-8F61FEACAFE8}" dt="2026-03-27T04:44:02.667" v="4758" actId="478"/>
          <ac:spMkLst>
            <pc:docMk/>
            <pc:sldMk cId="3081071911" sldId="279"/>
            <ac:spMk id="12" creationId="{D23BD285-260C-7942-998B-463BDB7C8D12}"/>
          </ac:spMkLst>
        </pc:spChg>
        <pc:spChg chg="add del mod">
          <ac:chgData name="Mohammad Hosseinabady" userId="be52ff13-2b85-46c2-a312-7c73d9b23209" providerId="ADAL" clId="{987BDBFC-F248-4FEC-861C-8F61FEACAFE8}" dt="2026-03-27T04:44:02.667" v="4758" actId="478"/>
          <ac:spMkLst>
            <pc:docMk/>
            <pc:sldMk cId="3081071911" sldId="279"/>
            <ac:spMk id="13" creationId="{B6B330F9-2319-28FE-1E39-7C1180828BF5}"/>
          </ac:spMkLst>
        </pc:spChg>
        <pc:spChg chg="add mod">
          <ac:chgData name="Mohammad Hosseinabady" userId="be52ff13-2b85-46c2-a312-7c73d9b23209" providerId="ADAL" clId="{987BDBFC-F248-4FEC-861C-8F61FEACAFE8}" dt="2026-03-27T04:44:22.941" v="4764" actId="20577"/>
          <ac:spMkLst>
            <pc:docMk/>
            <pc:sldMk cId="3081071911" sldId="279"/>
            <ac:spMk id="14" creationId="{2BB972B9-7557-2136-5CA2-EA0D448DFFCC}"/>
          </ac:spMkLst>
        </pc:spChg>
        <pc:spChg chg="add mod">
          <ac:chgData name="Mohammad Hosseinabady" userId="be52ff13-2b85-46c2-a312-7c73d9b23209" providerId="ADAL" clId="{987BDBFC-F248-4FEC-861C-8F61FEACAFE8}" dt="2026-03-27T04:51:26.637" v="4786" actId="1076"/>
          <ac:spMkLst>
            <pc:docMk/>
            <pc:sldMk cId="3081071911" sldId="279"/>
            <ac:spMk id="15" creationId="{BFB1AD0F-C05D-A28C-6E51-FCF8D54744F2}"/>
          </ac:spMkLst>
        </pc:spChg>
        <pc:spChg chg="add mod">
          <ac:chgData name="Mohammad Hosseinabady" userId="be52ff13-2b85-46c2-a312-7c73d9b23209" providerId="ADAL" clId="{987BDBFC-F248-4FEC-861C-8F61FEACAFE8}" dt="2026-03-27T04:51:26.637" v="4786" actId="1076"/>
          <ac:spMkLst>
            <pc:docMk/>
            <pc:sldMk cId="3081071911" sldId="279"/>
            <ac:spMk id="16" creationId="{18CBD2C4-8859-92C6-E287-618C536454BF}"/>
          </ac:spMkLst>
        </pc:spChg>
        <pc:spChg chg="add del mod">
          <ac:chgData name="Mohammad Hosseinabady" userId="be52ff13-2b85-46c2-a312-7c73d9b23209" providerId="ADAL" clId="{987BDBFC-F248-4FEC-861C-8F61FEACAFE8}" dt="2026-03-27T04:44:01.403" v="4757" actId="478"/>
          <ac:spMkLst>
            <pc:docMk/>
            <pc:sldMk cId="3081071911" sldId="279"/>
            <ac:spMk id="17" creationId="{5AB4135C-93C9-8FEF-575A-27644F98ABCE}"/>
          </ac:spMkLst>
        </pc:spChg>
        <pc:spChg chg="add del mod">
          <ac:chgData name="Mohammad Hosseinabady" userId="be52ff13-2b85-46c2-a312-7c73d9b23209" providerId="ADAL" clId="{987BDBFC-F248-4FEC-861C-8F61FEACAFE8}" dt="2026-03-27T04:44:01.403" v="4757" actId="478"/>
          <ac:spMkLst>
            <pc:docMk/>
            <pc:sldMk cId="3081071911" sldId="279"/>
            <ac:spMk id="18" creationId="{98E521E7-A863-551C-F664-600645536BA0}"/>
          </ac:spMkLst>
        </pc:spChg>
        <pc:spChg chg="add mod">
          <ac:chgData name="Mohammad Hosseinabady" userId="be52ff13-2b85-46c2-a312-7c73d9b23209" providerId="ADAL" clId="{987BDBFC-F248-4FEC-861C-8F61FEACAFE8}" dt="2026-03-27T04:51:26.637" v="4786" actId="1076"/>
          <ac:spMkLst>
            <pc:docMk/>
            <pc:sldMk cId="3081071911" sldId="279"/>
            <ac:spMk id="19" creationId="{066DB866-F4FD-1613-1DCF-566DA0CDE15F}"/>
          </ac:spMkLst>
        </pc:spChg>
        <pc:spChg chg="add del mod">
          <ac:chgData name="Mohammad Hosseinabady" userId="be52ff13-2b85-46c2-a312-7c73d9b23209" providerId="ADAL" clId="{987BDBFC-F248-4FEC-861C-8F61FEACAFE8}" dt="2026-03-27T04:44:01.403" v="4757" actId="478"/>
          <ac:spMkLst>
            <pc:docMk/>
            <pc:sldMk cId="3081071911" sldId="279"/>
            <ac:spMk id="20" creationId="{3059759A-722D-6585-3E59-DCAFF22EE2CF}"/>
          </ac:spMkLst>
        </pc:spChg>
        <pc:spChg chg="add mod">
          <ac:chgData name="Mohammad Hosseinabady" userId="be52ff13-2b85-46c2-a312-7c73d9b23209" providerId="ADAL" clId="{987BDBFC-F248-4FEC-861C-8F61FEACAFE8}" dt="2026-03-27T04:51:26.637" v="4786" actId="1076"/>
          <ac:spMkLst>
            <pc:docMk/>
            <pc:sldMk cId="3081071911" sldId="279"/>
            <ac:spMk id="21" creationId="{7070A777-3EBB-EA4A-BDE6-2D129F4A8C69}"/>
          </ac:spMkLst>
        </pc:spChg>
        <pc:spChg chg="add mod">
          <ac:chgData name="Mohammad Hosseinabady" userId="be52ff13-2b85-46c2-a312-7c73d9b23209" providerId="ADAL" clId="{987BDBFC-F248-4FEC-861C-8F61FEACAFE8}" dt="2026-03-27T04:54:27.549" v="4820" actId="1076"/>
          <ac:spMkLst>
            <pc:docMk/>
            <pc:sldMk cId="3081071911" sldId="279"/>
            <ac:spMk id="22" creationId="{2683B241-899A-73C8-A5D4-BC6FB65E101E}"/>
          </ac:spMkLst>
        </pc:spChg>
        <pc:spChg chg="add mod">
          <ac:chgData name="Mohammad Hosseinabady" userId="be52ff13-2b85-46c2-a312-7c73d9b23209" providerId="ADAL" clId="{987BDBFC-F248-4FEC-861C-8F61FEACAFE8}" dt="2026-03-27T04:54:27.549" v="4820" actId="1076"/>
          <ac:spMkLst>
            <pc:docMk/>
            <pc:sldMk cId="3081071911" sldId="279"/>
            <ac:spMk id="23" creationId="{24EC5C7D-A8CE-9B66-30B0-83844F6299C1}"/>
          </ac:spMkLst>
        </pc:spChg>
        <pc:spChg chg="add del mod">
          <ac:chgData name="Mohammad Hosseinabady" userId="be52ff13-2b85-46c2-a312-7c73d9b23209" providerId="ADAL" clId="{987BDBFC-F248-4FEC-861C-8F61FEACAFE8}" dt="2026-03-27T04:44:01.403" v="4757" actId="478"/>
          <ac:spMkLst>
            <pc:docMk/>
            <pc:sldMk cId="3081071911" sldId="279"/>
            <ac:spMk id="24" creationId="{0EFF8EAA-BD45-4FA3-A8EE-D4E533926777}"/>
          </ac:spMkLst>
        </pc:spChg>
        <pc:spChg chg="add del mod">
          <ac:chgData name="Mohammad Hosseinabady" userId="be52ff13-2b85-46c2-a312-7c73d9b23209" providerId="ADAL" clId="{987BDBFC-F248-4FEC-861C-8F61FEACAFE8}" dt="2026-03-27T04:44:01.403" v="4757" actId="478"/>
          <ac:spMkLst>
            <pc:docMk/>
            <pc:sldMk cId="3081071911" sldId="279"/>
            <ac:spMk id="25" creationId="{78CF7361-9291-D31D-8041-AFE6022ABD28}"/>
          </ac:spMkLst>
        </pc:spChg>
        <pc:spChg chg="add mod">
          <ac:chgData name="Mohammad Hosseinabady" userId="be52ff13-2b85-46c2-a312-7c73d9b23209" providerId="ADAL" clId="{987BDBFC-F248-4FEC-861C-8F61FEACAFE8}" dt="2026-03-27T04:54:27.549" v="4820" actId="1076"/>
          <ac:spMkLst>
            <pc:docMk/>
            <pc:sldMk cId="3081071911" sldId="279"/>
            <ac:spMk id="26" creationId="{4D82267A-F592-10F5-1116-A1E051E0FF5C}"/>
          </ac:spMkLst>
        </pc:spChg>
        <pc:spChg chg="add del mod">
          <ac:chgData name="Mohammad Hosseinabady" userId="be52ff13-2b85-46c2-a312-7c73d9b23209" providerId="ADAL" clId="{987BDBFC-F248-4FEC-861C-8F61FEACAFE8}" dt="2026-03-27T04:44:01.403" v="4757" actId="478"/>
          <ac:spMkLst>
            <pc:docMk/>
            <pc:sldMk cId="3081071911" sldId="279"/>
            <ac:spMk id="27" creationId="{643440F3-B10B-0204-02C1-76A8282CB348}"/>
          </ac:spMkLst>
        </pc:spChg>
        <pc:spChg chg="add mod">
          <ac:chgData name="Mohammad Hosseinabady" userId="be52ff13-2b85-46c2-a312-7c73d9b23209" providerId="ADAL" clId="{987BDBFC-F248-4FEC-861C-8F61FEACAFE8}" dt="2026-03-27T04:54:27.549" v="4820" actId="1076"/>
          <ac:spMkLst>
            <pc:docMk/>
            <pc:sldMk cId="3081071911" sldId="279"/>
            <ac:spMk id="28" creationId="{5291C6A2-07A7-85BE-2FCA-115809E74274}"/>
          </ac:spMkLst>
        </pc:spChg>
        <pc:spChg chg="add del mod">
          <ac:chgData name="Mohammad Hosseinabady" userId="be52ff13-2b85-46c2-a312-7c73d9b23209" providerId="ADAL" clId="{987BDBFC-F248-4FEC-861C-8F61FEACAFE8}" dt="2026-03-27T04:44:01.403" v="4757" actId="478"/>
          <ac:spMkLst>
            <pc:docMk/>
            <pc:sldMk cId="3081071911" sldId="279"/>
            <ac:spMk id="29" creationId="{ECA96F50-AC2B-F161-E91D-7284E1CA17F3}"/>
          </ac:spMkLst>
        </pc:spChg>
        <pc:spChg chg="add mod">
          <ac:chgData name="Mohammad Hosseinabady" userId="be52ff13-2b85-46c2-a312-7c73d9b23209" providerId="ADAL" clId="{987BDBFC-F248-4FEC-861C-8F61FEACAFE8}" dt="2026-03-27T04:54:27.549" v="4820" actId="1076"/>
          <ac:spMkLst>
            <pc:docMk/>
            <pc:sldMk cId="3081071911" sldId="279"/>
            <ac:spMk id="30" creationId="{ED5E52D0-F89A-03BA-5C6C-4A7A64C3F594}"/>
          </ac:spMkLst>
        </pc:spChg>
        <pc:spChg chg="add mod">
          <ac:chgData name="Mohammad Hosseinabady" userId="be52ff13-2b85-46c2-a312-7c73d9b23209" providerId="ADAL" clId="{987BDBFC-F248-4FEC-861C-8F61FEACAFE8}" dt="2026-03-27T04:51:26.637" v="4786" actId="1076"/>
          <ac:spMkLst>
            <pc:docMk/>
            <pc:sldMk cId="3081071911" sldId="279"/>
            <ac:spMk id="31" creationId="{99BC2D9B-4C6D-552D-AB18-36FCD983EEA0}"/>
          </ac:spMkLst>
        </pc:spChg>
        <pc:spChg chg="add mod">
          <ac:chgData name="Mohammad Hosseinabady" userId="be52ff13-2b85-46c2-a312-7c73d9b23209" providerId="ADAL" clId="{987BDBFC-F248-4FEC-861C-8F61FEACAFE8}" dt="2026-03-27T04:44:16.081" v="4761" actId="1076"/>
          <ac:spMkLst>
            <pc:docMk/>
            <pc:sldMk cId="3081071911" sldId="279"/>
            <ac:spMk id="32" creationId="{E6B8C682-84BE-6C3E-F516-9B0996AB0F4D}"/>
          </ac:spMkLst>
        </pc:spChg>
        <pc:spChg chg="add mod">
          <ac:chgData name="Mohammad Hosseinabady" userId="be52ff13-2b85-46c2-a312-7c73d9b23209" providerId="ADAL" clId="{987BDBFC-F248-4FEC-861C-8F61FEACAFE8}" dt="2026-03-27T04:51:26.637" v="4786" actId="1076"/>
          <ac:spMkLst>
            <pc:docMk/>
            <pc:sldMk cId="3081071911" sldId="279"/>
            <ac:spMk id="33" creationId="{7CE5DEE3-48A6-AEFC-E1D7-AD8DFA4FEDC9}"/>
          </ac:spMkLst>
        </pc:spChg>
        <pc:picChg chg="add del mod">
          <ac:chgData name="Mohammad Hosseinabady" userId="be52ff13-2b85-46c2-a312-7c73d9b23209" providerId="ADAL" clId="{987BDBFC-F248-4FEC-861C-8F61FEACAFE8}" dt="2026-03-27T04:51:06.507" v="4780" actId="478"/>
          <ac:picMkLst>
            <pc:docMk/>
            <pc:sldMk cId="3081071911" sldId="279"/>
            <ac:picMk id="34" creationId="{FBF6F023-D2E8-30B5-4915-8DD8EFBE050D}"/>
          </ac:picMkLst>
        </pc:picChg>
        <pc:picChg chg="add mod">
          <ac:chgData name="Mohammad Hosseinabady" userId="be52ff13-2b85-46c2-a312-7c73d9b23209" providerId="ADAL" clId="{987BDBFC-F248-4FEC-861C-8F61FEACAFE8}" dt="2026-03-27T04:51:22.474" v="4785" actId="1076"/>
          <ac:picMkLst>
            <pc:docMk/>
            <pc:sldMk cId="3081071911" sldId="279"/>
            <ac:picMk id="35" creationId="{ECFD0AE2-2E3F-F1F3-A6D5-351178672606}"/>
          </ac:picMkLst>
        </pc:picChg>
      </pc:sldChg>
      <pc:sldChg chg="addSp delSp modSp new del mod ord delAnim modAnim">
        <pc:chgData name="Mohammad Hosseinabady" userId="be52ff13-2b85-46c2-a312-7c73d9b23209" providerId="ADAL" clId="{987BDBFC-F248-4FEC-861C-8F61FEACAFE8}" dt="2026-03-26T15:00:40.325" v="3943" actId="47"/>
        <pc:sldMkLst>
          <pc:docMk/>
          <pc:sldMk cId="3241309723" sldId="279"/>
        </pc:sldMkLst>
      </pc:sldChg>
      <pc:sldChg chg="addSp modSp new mod">
        <pc:chgData name="Mohammad Hosseinabady" userId="be52ff13-2b85-46c2-a312-7c73d9b23209" providerId="ADAL" clId="{987BDBFC-F248-4FEC-861C-8F61FEACAFE8}" dt="2026-03-27T04:59:28.509" v="4832" actId="14100"/>
        <pc:sldMkLst>
          <pc:docMk/>
          <pc:sldMk cId="1167210213" sldId="280"/>
        </pc:sldMkLst>
        <pc:spChg chg="mod">
          <ac:chgData name="Mohammad Hosseinabady" userId="be52ff13-2b85-46c2-a312-7c73d9b23209" providerId="ADAL" clId="{987BDBFC-F248-4FEC-861C-8F61FEACAFE8}" dt="2026-03-27T04:31:06.745" v="4659"/>
          <ac:spMkLst>
            <pc:docMk/>
            <pc:sldMk cId="1167210213" sldId="280"/>
            <ac:spMk id="2" creationId="{EB820AFF-0C3F-3E56-B46D-F10857B424F3}"/>
          </ac:spMkLst>
        </pc:spChg>
        <pc:spChg chg="add mod">
          <ac:chgData name="Mohammad Hosseinabady" userId="be52ff13-2b85-46c2-a312-7c73d9b23209" providerId="ADAL" clId="{987BDBFC-F248-4FEC-861C-8F61FEACAFE8}" dt="2026-03-27T04:33:10.829" v="4668" actId="1076"/>
          <ac:spMkLst>
            <pc:docMk/>
            <pc:sldMk cId="1167210213" sldId="280"/>
            <ac:spMk id="4" creationId="{236F29B4-30F5-587E-1F0D-8DFA95E473A4}"/>
          </ac:spMkLst>
        </pc:spChg>
        <pc:picChg chg="add mod">
          <ac:chgData name="Mohammad Hosseinabady" userId="be52ff13-2b85-46c2-a312-7c73d9b23209" providerId="ADAL" clId="{987BDBFC-F248-4FEC-861C-8F61FEACAFE8}" dt="2026-03-27T04:59:28.509" v="4832" actId="14100"/>
          <ac:picMkLst>
            <pc:docMk/>
            <pc:sldMk cId="1167210213" sldId="280"/>
            <ac:picMk id="6" creationId="{8CB6B8E9-E7E3-B27A-B455-CA8608B561FF}"/>
          </ac:picMkLst>
        </pc:picChg>
      </pc:sldChg>
      <pc:sldChg chg="addSp delSp modSp new del mod">
        <pc:chgData name="Mohammad Hosseinabady" userId="be52ff13-2b85-46c2-a312-7c73d9b23209" providerId="ADAL" clId="{987BDBFC-F248-4FEC-861C-8F61FEACAFE8}" dt="2026-03-26T15:00:40.325" v="3943" actId="47"/>
        <pc:sldMkLst>
          <pc:docMk/>
          <pc:sldMk cId="884286961" sldId="281"/>
        </pc:sldMkLst>
      </pc:sldChg>
      <pc:sldChg chg="addSp modSp add mod modAnim">
        <pc:chgData name="Mohammad Hosseinabady" userId="be52ff13-2b85-46c2-a312-7c73d9b23209" providerId="ADAL" clId="{987BDBFC-F248-4FEC-861C-8F61FEACAFE8}" dt="2026-03-27T04:56:30.556" v="4829" actId="1076"/>
        <pc:sldMkLst>
          <pc:docMk/>
          <pc:sldMk cId="999783590" sldId="281"/>
        </pc:sldMkLst>
        <pc:spChg chg="mod">
          <ac:chgData name="Mohammad Hosseinabady" userId="be52ff13-2b85-46c2-a312-7c73d9b23209" providerId="ADAL" clId="{987BDBFC-F248-4FEC-861C-8F61FEACAFE8}" dt="2026-03-27T04:56:27.245" v="4828" actId="1076"/>
          <ac:spMkLst>
            <pc:docMk/>
            <pc:sldMk cId="999783590" sldId="281"/>
            <ac:spMk id="4" creationId="{7F61C885-A648-FB78-6170-9A3D50CD9D1E}"/>
          </ac:spMkLst>
        </pc:spChg>
        <pc:spChg chg="add mod">
          <ac:chgData name="Mohammad Hosseinabady" userId="be52ff13-2b85-46c2-a312-7c73d9b23209" providerId="ADAL" clId="{987BDBFC-F248-4FEC-861C-8F61FEACAFE8}" dt="2026-03-27T04:56:24.603" v="4827" actId="164"/>
          <ac:spMkLst>
            <pc:docMk/>
            <pc:sldMk cId="999783590" sldId="281"/>
            <ac:spMk id="5" creationId="{0E682EBB-AE66-09C9-DE1F-D2AC6063E20A}"/>
          </ac:spMkLst>
        </pc:spChg>
        <pc:spChg chg="add mod">
          <ac:chgData name="Mohammad Hosseinabady" userId="be52ff13-2b85-46c2-a312-7c73d9b23209" providerId="ADAL" clId="{987BDBFC-F248-4FEC-861C-8F61FEACAFE8}" dt="2026-03-27T04:56:24.603" v="4827" actId="164"/>
          <ac:spMkLst>
            <pc:docMk/>
            <pc:sldMk cId="999783590" sldId="281"/>
            <ac:spMk id="6" creationId="{A4EEBB2A-4DC7-0685-D267-222449E9323B}"/>
          </ac:spMkLst>
        </pc:spChg>
        <pc:spChg chg="add mod">
          <ac:chgData name="Mohammad Hosseinabady" userId="be52ff13-2b85-46c2-a312-7c73d9b23209" providerId="ADAL" clId="{987BDBFC-F248-4FEC-861C-8F61FEACAFE8}" dt="2026-03-27T04:56:24.603" v="4827" actId="164"/>
          <ac:spMkLst>
            <pc:docMk/>
            <pc:sldMk cId="999783590" sldId="281"/>
            <ac:spMk id="7" creationId="{11F78378-A086-B8CB-0A53-017AAB5695C8}"/>
          </ac:spMkLst>
        </pc:spChg>
        <pc:spChg chg="add mod">
          <ac:chgData name="Mohammad Hosseinabady" userId="be52ff13-2b85-46c2-a312-7c73d9b23209" providerId="ADAL" clId="{987BDBFC-F248-4FEC-861C-8F61FEACAFE8}" dt="2026-03-27T04:56:24.603" v="4827" actId="164"/>
          <ac:spMkLst>
            <pc:docMk/>
            <pc:sldMk cId="999783590" sldId="281"/>
            <ac:spMk id="8" creationId="{FDFAD78D-5D60-7649-775E-91D036A50474}"/>
          </ac:spMkLst>
        </pc:spChg>
        <pc:spChg chg="add mod">
          <ac:chgData name="Mohammad Hosseinabady" userId="be52ff13-2b85-46c2-a312-7c73d9b23209" providerId="ADAL" clId="{987BDBFC-F248-4FEC-861C-8F61FEACAFE8}" dt="2026-03-27T04:56:24.603" v="4827" actId="164"/>
          <ac:spMkLst>
            <pc:docMk/>
            <pc:sldMk cId="999783590" sldId="281"/>
            <ac:spMk id="9" creationId="{88C872D3-37C0-802C-C81E-8E5C196070BB}"/>
          </ac:spMkLst>
        </pc:spChg>
        <pc:spChg chg="add mod">
          <ac:chgData name="Mohammad Hosseinabady" userId="be52ff13-2b85-46c2-a312-7c73d9b23209" providerId="ADAL" clId="{987BDBFC-F248-4FEC-861C-8F61FEACAFE8}" dt="2026-03-27T04:56:24.603" v="4827" actId="164"/>
          <ac:spMkLst>
            <pc:docMk/>
            <pc:sldMk cId="999783590" sldId="281"/>
            <ac:spMk id="12" creationId="{754938AB-744C-371F-6710-DE20FEB3AC9E}"/>
          </ac:spMkLst>
        </pc:spChg>
        <pc:spChg chg="add mod">
          <ac:chgData name="Mohammad Hosseinabady" userId="be52ff13-2b85-46c2-a312-7c73d9b23209" providerId="ADAL" clId="{987BDBFC-F248-4FEC-861C-8F61FEACAFE8}" dt="2026-03-27T04:56:24.603" v="4827" actId="164"/>
          <ac:spMkLst>
            <pc:docMk/>
            <pc:sldMk cId="999783590" sldId="281"/>
            <ac:spMk id="16" creationId="{98C34946-AEC4-315A-82B0-0932051393A2}"/>
          </ac:spMkLst>
        </pc:spChg>
        <pc:spChg chg="add mod">
          <ac:chgData name="Mohammad Hosseinabady" userId="be52ff13-2b85-46c2-a312-7c73d9b23209" providerId="ADAL" clId="{987BDBFC-F248-4FEC-861C-8F61FEACAFE8}" dt="2026-03-27T04:56:24.603" v="4827" actId="164"/>
          <ac:spMkLst>
            <pc:docMk/>
            <pc:sldMk cId="999783590" sldId="281"/>
            <ac:spMk id="17" creationId="{92E0C8BE-68EA-AA0F-4ED1-1E7B15854DD5}"/>
          </ac:spMkLst>
        </pc:spChg>
        <pc:spChg chg="add mod">
          <ac:chgData name="Mohammad Hosseinabady" userId="be52ff13-2b85-46c2-a312-7c73d9b23209" providerId="ADAL" clId="{987BDBFC-F248-4FEC-861C-8F61FEACAFE8}" dt="2026-03-27T04:56:24.603" v="4827" actId="164"/>
          <ac:spMkLst>
            <pc:docMk/>
            <pc:sldMk cId="999783590" sldId="281"/>
            <ac:spMk id="18" creationId="{31862393-605F-D09D-3279-F4FD3551210D}"/>
          </ac:spMkLst>
        </pc:spChg>
        <pc:spChg chg="add mod">
          <ac:chgData name="Mohammad Hosseinabady" userId="be52ff13-2b85-46c2-a312-7c73d9b23209" providerId="ADAL" clId="{987BDBFC-F248-4FEC-861C-8F61FEACAFE8}" dt="2026-03-27T04:56:24.603" v="4827" actId="164"/>
          <ac:spMkLst>
            <pc:docMk/>
            <pc:sldMk cId="999783590" sldId="281"/>
            <ac:spMk id="19" creationId="{3A731E95-1EAC-6156-4972-6C7C34A0E547}"/>
          </ac:spMkLst>
        </pc:spChg>
        <pc:grpChg chg="mod">
          <ac:chgData name="Mohammad Hosseinabady" userId="be52ff13-2b85-46c2-a312-7c73d9b23209" providerId="ADAL" clId="{987BDBFC-F248-4FEC-861C-8F61FEACAFE8}" dt="2026-03-27T04:56:30.556" v="4829" actId="1076"/>
          <ac:grpSpMkLst>
            <pc:docMk/>
            <pc:sldMk cId="999783590" sldId="281"/>
            <ac:grpSpMk id="22" creationId="{2E67B753-991E-7974-BE70-5C70ADCE0AB0}"/>
          </ac:grpSpMkLst>
        </pc:grpChg>
      </pc:sldChg>
      <pc:sldChg chg="addSp delSp modSp new del mod">
        <pc:chgData name="Mohammad Hosseinabady" userId="be52ff13-2b85-46c2-a312-7c73d9b23209" providerId="ADAL" clId="{987BDBFC-F248-4FEC-861C-8F61FEACAFE8}" dt="2026-03-26T15:00:40.325" v="3943" actId="47"/>
        <pc:sldMkLst>
          <pc:docMk/>
          <pc:sldMk cId="595512935" sldId="282"/>
        </pc:sldMkLst>
      </pc:sldChg>
      <pc:sldChg chg="addSp modSp new mod">
        <pc:chgData name="Mohammad Hosseinabady" userId="be52ff13-2b85-46c2-a312-7c73d9b23209" providerId="ADAL" clId="{987BDBFC-F248-4FEC-861C-8F61FEACAFE8}" dt="2026-03-27T05:14:09.549" v="4845" actId="1076"/>
        <pc:sldMkLst>
          <pc:docMk/>
          <pc:sldMk cId="3567292734" sldId="282"/>
        </pc:sldMkLst>
        <pc:spChg chg="mod">
          <ac:chgData name="Mohammad Hosseinabady" userId="be52ff13-2b85-46c2-a312-7c73d9b23209" providerId="ADAL" clId="{987BDBFC-F248-4FEC-861C-8F61FEACAFE8}" dt="2026-03-27T04:59:44.647" v="4839" actId="20577"/>
          <ac:spMkLst>
            <pc:docMk/>
            <pc:sldMk cId="3567292734" sldId="282"/>
            <ac:spMk id="2" creationId="{A6059F02-2E8B-6FE1-5D47-2D8D89790498}"/>
          </ac:spMkLst>
        </pc:spChg>
        <pc:spChg chg="add mod">
          <ac:chgData name="Mohammad Hosseinabady" userId="be52ff13-2b85-46c2-a312-7c73d9b23209" providerId="ADAL" clId="{987BDBFC-F248-4FEC-861C-8F61FEACAFE8}" dt="2026-03-27T05:14:09.549" v="4845" actId="1076"/>
          <ac:spMkLst>
            <pc:docMk/>
            <pc:sldMk cId="3567292734" sldId="282"/>
            <ac:spMk id="4" creationId="{BA71FB69-9AF0-E98D-228D-5765F5876845}"/>
          </ac:spMkLst>
        </pc:spChg>
      </pc:sldChg>
      <pc:sldChg chg="delSp modSp add del mod ord">
        <pc:chgData name="Mohammad Hosseinabady" userId="be52ff13-2b85-46c2-a312-7c73d9b23209" providerId="ADAL" clId="{987BDBFC-F248-4FEC-861C-8F61FEACAFE8}" dt="2026-03-26T15:00:40.325" v="3943" actId="47"/>
        <pc:sldMkLst>
          <pc:docMk/>
          <pc:sldMk cId="3875469015" sldId="283"/>
        </pc:sldMkLst>
      </pc:sldChg>
      <pc:sldChg chg="add del">
        <pc:chgData name="Mohammad Hosseinabady" userId="be52ff13-2b85-46c2-a312-7c73d9b23209" providerId="ADAL" clId="{987BDBFC-F248-4FEC-861C-8F61FEACAFE8}" dt="2026-03-26T15:00:40.325" v="3943" actId="47"/>
        <pc:sldMkLst>
          <pc:docMk/>
          <pc:sldMk cId="2876973741" sldId="284"/>
        </pc:sldMkLst>
      </pc:sldChg>
      <pc:sldMasterChg chg="addSp modSp mod delSldLayout">
        <pc:chgData name="Mohammad Hosseinabady" userId="be52ff13-2b85-46c2-a312-7c73d9b23209" providerId="ADAL" clId="{987BDBFC-F248-4FEC-861C-8F61FEACAFE8}" dt="2026-03-27T05:34:58.048" v="4849" actId="1076"/>
        <pc:sldMasterMkLst>
          <pc:docMk/>
          <pc:sldMasterMk cId="0" sldId="2147483719"/>
        </pc:sldMasterMkLst>
        <pc:spChg chg="mod">
          <ac:chgData name="Mohammad Hosseinabady" userId="be52ff13-2b85-46c2-a312-7c73d9b23209" providerId="ADAL" clId="{987BDBFC-F248-4FEC-861C-8F61FEACAFE8}" dt="2026-03-05T21:22:32.373" v="2185" actId="404"/>
          <ac:spMkLst>
            <pc:docMk/>
            <pc:sldMasterMk cId="0" sldId="2147483719"/>
            <ac:spMk id="2" creationId="{FE59C7D0-71D4-CB16-2FEA-E933983AB0AE}"/>
          </ac:spMkLst>
        </pc:spChg>
        <pc:spChg chg="add mod">
          <ac:chgData name="Mohammad Hosseinabady" userId="be52ff13-2b85-46c2-a312-7c73d9b23209" providerId="ADAL" clId="{987BDBFC-F248-4FEC-861C-8F61FEACAFE8}" dt="2026-03-27T05:34:58.048" v="4849" actId="1076"/>
          <ac:spMkLst>
            <pc:docMk/>
            <pc:sldMasterMk cId="0" sldId="2147483719"/>
            <ac:spMk id="6" creationId="{1BCB2C01-FEE7-E984-EBBE-530B159B6E36}"/>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43CF07-9307-6C48-9A7D-CFB6D27789B3}"/>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3757DB75-BAF4-B743-9A92-74B92A91E0A3}"/>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B22C6B3-A39F-7849-8137-15C55F281F8E}"/>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DA11F245-9DFC-A14D-946D-EB14F66A9135}" type="slidenum">
              <a:rPr lang="en-US" smtClean="0"/>
              <a:t>‹#›</a:t>
            </a:fld>
            <a:endParaRPr lang="en-US"/>
          </a:p>
        </p:txBody>
      </p:sp>
    </p:spTree>
    <p:extLst>
      <p:ext uri="{BB962C8B-B14F-4D97-AF65-F5344CB8AC3E}">
        <p14:creationId xmlns:p14="http://schemas.microsoft.com/office/powerpoint/2010/main" val="12879025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67" name="Rectangle 3"/>
          <p:cNvSpPr>
            <a:spLocks noGrp="1" noChangeArrowheads="1"/>
          </p:cNvSpPr>
          <p:nvPr>
            <p:ph type="dt" idx="1"/>
          </p:nvPr>
        </p:nvSpPr>
        <p:spPr bwMode="auto">
          <a:xfrm>
            <a:off x="5180013"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ea typeface="ＭＳ Ｐゴシック" charset="0"/>
                <a:cs typeface="ＭＳ Ｐゴシック" charset="0"/>
              </a:defRPr>
            </a:lvl1pPr>
          </a:lstStyle>
          <a:p>
            <a:pPr>
              <a:defRPr/>
            </a:pPr>
            <a:endParaRPr lang="en-US"/>
          </a:p>
        </p:txBody>
      </p:sp>
      <p:sp>
        <p:nvSpPr>
          <p:cNvPr id="12292" name="Rectangle 4"/>
          <p:cNvSpPr>
            <a:spLocks noGrp="1" noRot="1" noChangeAspect="1" noChangeArrowheads="1" noTextEdit="1"/>
          </p:cNvSpPr>
          <p:nvPr>
            <p:ph type="sldImg" idx="2"/>
          </p:nvPr>
        </p:nvSpPr>
        <p:spPr bwMode="auto">
          <a:xfrm>
            <a:off x="2286000" y="514350"/>
            <a:ext cx="4572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1269" name="Rectangle 5"/>
          <p:cNvSpPr>
            <a:spLocks noGrp="1" noChangeArrowheads="1"/>
          </p:cNvSpPr>
          <p:nvPr>
            <p:ph type="body" sz="quarter" idx="3"/>
          </p:nvPr>
        </p:nvSpPr>
        <p:spPr bwMode="auto">
          <a:xfrm>
            <a:off x="914400" y="3257550"/>
            <a:ext cx="73152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p:cNvSpPr>
            <a:spLocks noGrp="1" noChangeArrowheads="1"/>
          </p:cNvSpPr>
          <p:nvPr>
            <p:ph type="ftr" sz="quarter" idx="4"/>
          </p:nvPr>
        </p:nvSpPr>
        <p:spPr bwMode="auto">
          <a:xfrm>
            <a:off x="0"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71" name="Rectangle 7"/>
          <p:cNvSpPr>
            <a:spLocks noGrp="1" noChangeArrowheads="1"/>
          </p:cNvSpPr>
          <p:nvPr>
            <p:ph type="sldNum" sz="quarter" idx="5"/>
          </p:nvPr>
        </p:nvSpPr>
        <p:spPr bwMode="auto">
          <a:xfrm>
            <a:off x="5180013"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5360570-2B09-DB43-BBE0-DA076DA911F1}" type="slidenum">
              <a:rPr lang="en-US" altLang="en-US"/>
              <a:pPr>
                <a:defRPr/>
              </a:pPr>
              <a:t>‹#›</a:t>
            </a:fld>
            <a:endParaRPr lang="en-US" altLang="en-US"/>
          </a:p>
        </p:txBody>
      </p:sp>
    </p:spTree>
    <p:extLst>
      <p:ext uri="{BB962C8B-B14F-4D97-AF65-F5344CB8AC3E}">
        <p14:creationId xmlns:p14="http://schemas.microsoft.com/office/powerpoint/2010/main" val="2004877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5613"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2813"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0013"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7213"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5943" algn="l" defTabSz="914378" rtl="0" eaLnBrk="1" latinLnBrk="0" hangingPunct="1">
      <a:defRPr sz="1200" kern="1200">
        <a:solidFill>
          <a:schemeClr val="tx1"/>
        </a:solidFill>
        <a:latin typeface="+mn-lt"/>
        <a:ea typeface="+mn-ea"/>
        <a:cs typeface="+mn-cs"/>
      </a:defRPr>
    </a:lvl6pPr>
    <a:lvl7pPr marL="2743132" algn="l" defTabSz="914378" rtl="0" eaLnBrk="1" latinLnBrk="0" hangingPunct="1">
      <a:defRPr sz="1200" kern="1200">
        <a:solidFill>
          <a:schemeClr val="tx1"/>
        </a:solidFill>
        <a:latin typeface="+mn-lt"/>
        <a:ea typeface="+mn-ea"/>
        <a:cs typeface="+mn-cs"/>
      </a:defRPr>
    </a:lvl7pPr>
    <a:lvl8pPr marL="3200320" algn="l" defTabSz="914378" rtl="0" eaLnBrk="1" latinLnBrk="0" hangingPunct="1">
      <a:defRPr sz="1200" kern="1200">
        <a:solidFill>
          <a:schemeClr val="tx1"/>
        </a:solidFill>
        <a:latin typeface="+mn-lt"/>
        <a:ea typeface="+mn-ea"/>
        <a:cs typeface="+mn-cs"/>
      </a:defRPr>
    </a:lvl8pPr>
    <a:lvl9pPr marL="3657509" algn="l" defTabSz="91437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START recording</a:t>
            </a:r>
          </a:p>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1</a:t>
            </a:fld>
            <a:endParaRPr lang="en-US" altLang="en-US"/>
          </a:p>
        </p:txBody>
      </p:sp>
    </p:spTree>
    <p:extLst>
      <p:ext uri="{BB962C8B-B14F-4D97-AF65-F5344CB8AC3E}">
        <p14:creationId xmlns:p14="http://schemas.microsoft.com/office/powerpoint/2010/main" val="10102266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1A9DAC"/>
        </a:solidFill>
        <a:effectLst/>
      </p:bgPr>
    </p:bg>
    <p:spTree>
      <p:nvGrpSpPr>
        <p:cNvPr id="1" name=""/>
        <p:cNvGrpSpPr/>
        <p:nvPr/>
      </p:nvGrpSpPr>
      <p:grpSpPr>
        <a:xfrm>
          <a:off x="0" y="0"/>
          <a:ext cx="0" cy="0"/>
          <a:chOff x="0" y="0"/>
          <a:chExt cx="0" cy="0"/>
        </a:xfrm>
      </p:grpSpPr>
      <p:pic>
        <p:nvPicPr>
          <p:cNvPr id="10" name="Picture 8">
            <a:extLst>
              <a:ext uri="{FF2B5EF4-FFF2-40B4-BE49-F238E27FC236}">
                <a16:creationId xmlns:a16="http://schemas.microsoft.com/office/drawing/2014/main" id="{D8E96D4C-F781-D146-B2F0-26791859FA34}"/>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487488" y="0"/>
            <a:ext cx="1787872" cy="89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734435" y="1915482"/>
            <a:ext cx="7586032" cy="2089585"/>
          </a:xfrm>
          <a:prstGeom prst="rect">
            <a:avLst/>
          </a:prstGeom>
        </p:spPr>
        <p:txBody>
          <a:bodyPr lIns="0" tIns="0" rIns="0" bIns="0"/>
          <a:lstStyle>
            <a:lvl1pPr>
              <a:defRPr>
                <a:solidFill>
                  <a:schemeClr val="bg1"/>
                </a:solidFill>
              </a:defRPr>
            </a:lvl1pPr>
          </a:lstStyle>
          <a:p>
            <a:r>
              <a:rPr lang="en-US"/>
              <a:t>Click to edit Master title style</a:t>
            </a:r>
            <a:endParaRPr lang="en-US" dirty="0"/>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hasCustomPrompt="1"/>
          </p:nvPr>
        </p:nvSpPr>
        <p:spPr>
          <a:xfrm>
            <a:off x="781897" y="1916833"/>
            <a:ext cx="1625519" cy="269081"/>
          </a:xfrm>
          <a:prstGeom prst="rect">
            <a:avLst/>
          </a:prstGeom>
        </p:spPr>
        <p:txBody>
          <a:bodyPr lIns="0" tIns="0" rIns="0" bIns="0"/>
          <a:lstStyle>
            <a:lvl1pPr marL="0" indent="0">
              <a:lnSpc>
                <a:spcPct val="100000"/>
              </a:lnSpc>
              <a:spcBef>
                <a:spcPts val="0"/>
              </a:spcBef>
              <a:buFontTx/>
              <a:buNone/>
              <a:defRPr sz="1800" b="0" i="0">
                <a:solidFill>
                  <a:schemeClr val="bg1"/>
                </a:solidFill>
                <a:latin typeface="+mj-lt"/>
                <a:ea typeface="Tahoma" charset="0"/>
                <a:cs typeface="Tahoma" charset="0"/>
              </a:defRPr>
            </a:lvl1pPr>
          </a:lstStyle>
          <a:p>
            <a:pPr lvl="0"/>
            <a:r>
              <a:rPr lang="en-US" dirty="0"/>
              <a:t>Presented by</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798007" y="2542095"/>
            <a:ext cx="1625519" cy="664749"/>
          </a:xfrm>
          <a:prstGeom prst="rect">
            <a:avLst/>
          </a:prstGeom>
        </p:spPr>
        <p:txBody>
          <a:bodyPr lIns="0" tIns="0" rIns="0" bIns="0"/>
          <a:lstStyle>
            <a:lvl1pPr marL="0" indent="0">
              <a:lnSpc>
                <a:spcPct val="100000"/>
              </a:lnSpc>
              <a:spcBef>
                <a:spcPts val="0"/>
              </a:spcBef>
              <a:buFontTx/>
              <a:buNone/>
              <a:defRPr sz="2000" b="1" i="0">
                <a:solidFill>
                  <a:schemeClr val="bg1"/>
                </a:solidFill>
                <a:latin typeface="+mj-lt"/>
                <a:ea typeface="Tahoma" charset="0"/>
                <a:cs typeface="Tahoma" charset="0"/>
              </a:defRPr>
            </a:lvl1pPr>
          </a:lstStyle>
          <a:p>
            <a:pPr lvl="0"/>
            <a:r>
              <a:rPr lang="en-US"/>
              <a:t>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800728" y="3323831"/>
            <a:ext cx="1625519" cy="609225"/>
          </a:xfrm>
          <a:prstGeom prst="rect">
            <a:avLst/>
          </a:prstGeom>
        </p:spPr>
        <p:txBody>
          <a:bodyPr lIns="0" tIns="0" rIns="0" bIns="0"/>
          <a:lstStyle>
            <a:lvl1pPr marL="0" indent="0">
              <a:lnSpc>
                <a:spcPct val="100000"/>
              </a:lnSpc>
              <a:spcBef>
                <a:spcPts val="0"/>
              </a:spcBef>
              <a:buFontTx/>
              <a:buNone/>
              <a:defRPr sz="2000" b="1" i="0">
                <a:solidFill>
                  <a:schemeClr val="bg1"/>
                </a:solidFill>
                <a:latin typeface="+mj-lt"/>
                <a:ea typeface="Tahoma" charset="0"/>
                <a:cs typeface="Tahoma" charset="0"/>
              </a:defRPr>
            </a:lvl1pPr>
          </a:lstStyle>
          <a:p>
            <a:pPr lvl="0"/>
            <a:r>
              <a:rPr lang="en-US"/>
              <a:t>Edit Master text styles</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userDrawn="1"/>
        </p:nvCxnSpPr>
        <p:spPr>
          <a:xfrm>
            <a:off x="2559051" y="1916832"/>
            <a:ext cx="0" cy="3802212"/>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hasCustomPrompt="1"/>
          </p:nvPr>
        </p:nvSpPr>
        <p:spPr>
          <a:xfrm>
            <a:off x="798008" y="5373216"/>
            <a:ext cx="1625519" cy="345828"/>
          </a:xfrm>
          <a:prstGeom prst="rect">
            <a:avLst/>
          </a:prstGeom>
        </p:spPr>
        <p:txBody>
          <a:bodyPr lIns="0" tIns="0" rIns="0" bIns="0"/>
          <a:lstStyle>
            <a:lvl1pPr marL="0" indent="0">
              <a:lnSpc>
                <a:spcPct val="100000"/>
              </a:lnSpc>
              <a:spcBef>
                <a:spcPts val="0"/>
              </a:spcBef>
              <a:buFontTx/>
              <a:buNone/>
              <a:defRPr sz="1800" b="0" i="0">
                <a:solidFill>
                  <a:schemeClr val="bg1"/>
                </a:solidFill>
                <a:latin typeface="+mn-lt"/>
                <a:ea typeface="Tahoma"/>
                <a:cs typeface="Tahoma"/>
              </a:defRPr>
            </a:lvl1pPr>
          </a:lstStyle>
          <a:p>
            <a:pPr lvl="0"/>
            <a:r>
              <a:rPr lang="en-US" dirty="0"/>
              <a:t>Presentation date</a:t>
            </a:r>
          </a:p>
        </p:txBody>
      </p:sp>
    </p:spTree>
    <p:extLst>
      <p:ext uri="{BB962C8B-B14F-4D97-AF65-F5344CB8AC3E}">
        <p14:creationId xmlns:p14="http://schemas.microsoft.com/office/powerpoint/2010/main" val="2037226853"/>
      </p:ext>
    </p:extLst>
  </p:cSld>
  <p:clrMapOvr>
    <a:masterClrMapping/>
  </p:clrMapOvr>
  <p:transition spd="slow">
    <p:fade/>
  </p:transition>
  <p:extLst>
    <p:ext uri="{DCECCB84-F9BA-43D5-87BE-67443E8EF086}">
      <p15:sldGuideLst xmlns:p15="http://schemas.microsoft.com/office/powerpoint/2012/main">
        <p15:guide id="1" orient="horz" pos="1207" userDrawn="1">
          <p15:clr>
            <a:srgbClr val="FBAE40"/>
          </p15:clr>
        </p15:guide>
        <p15:guide id="2" pos="172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1199456" y="1974058"/>
            <a:ext cx="8687493" cy="1325563"/>
          </a:xfrm>
          <a:prstGeom prst="rect">
            <a:avLst/>
          </a:prstGeom>
        </p:spPr>
        <p:txBody>
          <a:bodyPr/>
          <a:lstStyle>
            <a:lvl1pPr>
              <a:defRPr>
                <a:solidFill>
                  <a:srgbClr val="1A9DAC"/>
                </a:solidFill>
              </a:defRPr>
            </a:lvl1pPr>
          </a:lstStyle>
          <a:p>
            <a:r>
              <a:rPr lang="en-US"/>
              <a:t>Click to edit Master title style</a:t>
            </a:r>
            <a:endParaRPr lang="en-US" dirty="0"/>
          </a:p>
        </p:txBody>
      </p:sp>
      <p:sp>
        <p:nvSpPr>
          <p:cNvPr id="7" name="Text Placeholder 5"/>
          <p:cNvSpPr>
            <a:spLocks noGrp="1"/>
          </p:cNvSpPr>
          <p:nvPr>
            <p:ph type="body" sz="quarter" idx="11"/>
          </p:nvPr>
        </p:nvSpPr>
        <p:spPr>
          <a:xfrm>
            <a:off x="1199456" y="4221163"/>
            <a:ext cx="8687493" cy="603104"/>
          </a:xfrm>
          <a:prstGeom prst="rect">
            <a:avLst/>
          </a:prstGeom>
        </p:spPr>
        <p:txBody>
          <a:bodyPr lIns="0" tIns="0" rIns="0" bIns="0"/>
          <a:lstStyle>
            <a:lvl1pPr marL="0" indent="0">
              <a:lnSpc>
                <a:spcPct val="100000"/>
              </a:lnSpc>
              <a:buFontTx/>
              <a:buNone/>
              <a:defRPr sz="2000" b="0" i="0">
                <a:solidFill>
                  <a:schemeClr val="tx1"/>
                </a:solidFill>
                <a:latin typeface="+mn-lt"/>
                <a:ea typeface="Tahoma"/>
                <a:cs typeface="Tahoma"/>
              </a:defRPr>
            </a:lvl1pPr>
          </a:lstStyle>
          <a:p>
            <a:pPr lvl="0"/>
            <a:r>
              <a:rPr lang="en-US"/>
              <a:t>Edit Master text styles</a:t>
            </a:r>
          </a:p>
        </p:txBody>
      </p:sp>
    </p:spTree>
    <p:extLst>
      <p:ext uri="{BB962C8B-B14F-4D97-AF65-F5344CB8AC3E}">
        <p14:creationId xmlns:p14="http://schemas.microsoft.com/office/powerpoint/2010/main" val="192450603"/>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headings, text and bullet poin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4AAA3-E9D4-B544-B77B-0789573E9C02}"/>
              </a:ext>
            </a:extLst>
          </p:cNvPr>
          <p:cNvSpPr>
            <a:spLocks noGrp="1"/>
          </p:cNvSpPr>
          <p:nvPr>
            <p:ph type="title" hasCustomPrompt="1"/>
          </p:nvPr>
        </p:nvSpPr>
        <p:spPr>
          <a:xfrm>
            <a:off x="1199455" y="689703"/>
            <a:ext cx="9937104" cy="1011105"/>
          </a:xfrm>
          <a:prstGeom prst="rect">
            <a:avLst/>
          </a:prstGeom>
        </p:spPr>
        <p:txBody>
          <a:bodyPr lIns="0" tIns="0" rIns="0" bIns="0"/>
          <a:lstStyle>
            <a:lvl1pPr>
              <a:defRPr>
                <a:solidFill>
                  <a:srgbClr val="1A9DAC"/>
                </a:solidFill>
              </a:defRPr>
            </a:lvl1pPr>
          </a:lstStyle>
          <a:p>
            <a:pPr lvl="0"/>
            <a:r>
              <a:rPr lang="en-GB" dirty="0"/>
              <a:t>Click to edit Master text styles</a:t>
            </a:r>
          </a:p>
        </p:txBody>
      </p:sp>
    </p:spTree>
    <p:extLst>
      <p:ext uri="{BB962C8B-B14F-4D97-AF65-F5344CB8AC3E}">
        <p14:creationId xmlns:p14="http://schemas.microsoft.com/office/powerpoint/2010/main" val="406912239"/>
      </p:ext>
    </p:extLst>
  </p:cSld>
  <p:clrMapOvr>
    <a:masterClrMapping/>
  </p:clrMapOvr>
  <p:transition spd="slow">
    <p:fade/>
  </p:transition>
  <p:extLst>
    <p:ext uri="{DCECCB84-F9BA-43D5-87BE-67443E8EF086}">
      <p15:sldGuideLst xmlns:p15="http://schemas.microsoft.com/office/powerpoint/2012/main">
        <p15:guide id="1" orient="horz" pos="436" userDrawn="1">
          <p15:clr>
            <a:srgbClr val="FBAE40"/>
          </p15:clr>
        </p15:guide>
        <p15:guide id="2" pos="75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headings, text and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4AA9-9B1B-7D49-821B-E768D4FEE2D2}"/>
              </a:ext>
            </a:extLst>
          </p:cNvPr>
          <p:cNvSpPr>
            <a:spLocks noGrp="1"/>
          </p:cNvSpPr>
          <p:nvPr>
            <p:ph type="title"/>
          </p:nvPr>
        </p:nvSpPr>
        <p:spPr>
          <a:xfrm>
            <a:off x="1200151" y="687617"/>
            <a:ext cx="9936408" cy="1012599"/>
          </a:xfrm>
        </p:spPr>
        <p:txBody>
          <a:bodyPr/>
          <a:lstStyle/>
          <a:p>
            <a:r>
              <a:rPr lang="en-US"/>
              <a:t>Click to edit Master title style</a:t>
            </a:r>
            <a:endParaRPr lang="en-US" dirty="0"/>
          </a:p>
        </p:txBody>
      </p:sp>
      <p:sp>
        <p:nvSpPr>
          <p:cNvPr id="3" name="Text Placeholder 2"/>
          <p:cNvSpPr>
            <a:spLocks noGrp="1"/>
          </p:cNvSpPr>
          <p:nvPr>
            <p:ph type="body" sz="quarter" idx="11" hasCustomPrompt="1"/>
          </p:nvPr>
        </p:nvSpPr>
        <p:spPr>
          <a:xfrm>
            <a:off x="1200152" y="1700216"/>
            <a:ext cx="9936408" cy="4465637"/>
          </a:xfrm>
          <a:prstGeom prst="rect">
            <a:avLst/>
          </a:prstGeom>
        </p:spPr>
        <p:txBody>
          <a:bodyPr lIns="0" tIns="0" rIns="0" bIns="0"/>
          <a:lstStyle>
            <a:lvl1pPr marL="266700" indent="-266700">
              <a:buClr>
                <a:srgbClr val="1A9DAC"/>
              </a:buClr>
              <a:buFont typeface="+mj-lt"/>
              <a:buAutoNum type="arabicPeriod"/>
              <a:defRPr sz="2000">
                <a:latin typeface="+mn-lt"/>
                <a:ea typeface="Tahoma" panose="020B0604030504040204" pitchFamily="34" charset="0"/>
                <a:cs typeface="Tahoma" panose="020B0604030504040204" pitchFamily="34" charset="0"/>
              </a:defRPr>
            </a:lvl1pPr>
            <a:lvl2pPr marL="541338" indent="-274638">
              <a:buClr>
                <a:srgbClr val="1A9DAC"/>
              </a:buClr>
              <a:buFont typeface="+mj-lt"/>
              <a:buAutoNum type="romanLcPeriod"/>
              <a:defRPr sz="2000">
                <a:latin typeface="+mn-lt"/>
                <a:ea typeface="Tahoma" panose="020B0604030504040204" pitchFamily="34" charset="0"/>
                <a:cs typeface="Tahoma" panose="020B0604030504040204" pitchFamily="34" charset="0"/>
              </a:defRPr>
            </a:lvl2pPr>
            <a:lvl3pPr marL="896938" indent="-266700">
              <a:buClr>
                <a:srgbClr val="1A9DAC"/>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23431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4pPr>
            <a:lvl5pPr marL="29527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386068825"/>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text sty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85A6-D158-2E49-90B4-F2441730F410}"/>
              </a:ext>
            </a:extLst>
          </p:cNvPr>
          <p:cNvSpPr>
            <a:spLocks noGrp="1"/>
          </p:cNvSpPr>
          <p:nvPr>
            <p:ph type="title"/>
          </p:nvPr>
        </p:nvSpPr>
        <p:spPr>
          <a:xfrm>
            <a:off x="1199455" y="692699"/>
            <a:ext cx="9912077" cy="936101"/>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1199457" y="1628800"/>
            <a:ext cx="4871515"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2000" b="0" i="0" baseline="0">
                <a:solidFill>
                  <a:schemeClr val="tx1"/>
                </a:solidFill>
                <a:latin typeface="+mn-lt"/>
                <a:ea typeface="Tahoma"/>
                <a:cs typeface="Tahoma"/>
              </a:defRPr>
            </a:lvl1pPr>
          </a:lstStyle>
          <a:p>
            <a:pPr lvl="0"/>
            <a:r>
              <a:rPr lang="en-US"/>
              <a:t>Edit Master text styles</a:t>
            </a:r>
          </a:p>
        </p:txBody>
      </p:sp>
      <p:sp>
        <p:nvSpPr>
          <p:cNvPr id="7" name="Text Placeholder 5"/>
          <p:cNvSpPr>
            <a:spLocks noGrp="1"/>
          </p:cNvSpPr>
          <p:nvPr>
            <p:ph type="body" sz="quarter" idx="12"/>
          </p:nvPr>
        </p:nvSpPr>
        <p:spPr>
          <a:xfrm>
            <a:off x="6240016" y="1628800"/>
            <a:ext cx="4871515"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2000" b="0" i="0" baseline="0">
                <a:solidFill>
                  <a:schemeClr val="tx1"/>
                </a:solidFill>
                <a:latin typeface="+mn-lt"/>
                <a:ea typeface="Tahoma"/>
                <a:cs typeface="Tahoma"/>
              </a:defRPr>
            </a:lvl1pPr>
          </a:lstStyle>
          <a:p>
            <a:pPr lvl="0"/>
            <a:r>
              <a:rPr lang="en-US"/>
              <a:t>Edit Master text styles</a:t>
            </a:r>
          </a:p>
        </p:txBody>
      </p:sp>
    </p:spTree>
    <p:extLst>
      <p:ext uri="{BB962C8B-B14F-4D97-AF65-F5344CB8AC3E}">
        <p14:creationId xmlns:p14="http://schemas.microsoft.com/office/powerpoint/2010/main" val="1903622766"/>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style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63C3-2B19-3E4C-861A-2B5A52BA7233}"/>
              </a:ext>
            </a:extLst>
          </p:cNvPr>
          <p:cNvSpPr>
            <a:spLocks noGrp="1"/>
          </p:cNvSpPr>
          <p:nvPr>
            <p:ph type="title"/>
          </p:nvPr>
        </p:nvSpPr>
        <p:spPr>
          <a:xfrm>
            <a:off x="1199455" y="692699"/>
            <a:ext cx="10515600" cy="936101"/>
          </a:xfrm>
        </p:spPr>
        <p:txBody>
          <a:bodyPr/>
          <a:lstStyle/>
          <a:p>
            <a:r>
              <a:rPr lang="en-US"/>
              <a:t>Click to edit Master title style</a:t>
            </a:r>
          </a:p>
        </p:txBody>
      </p:sp>
      <p:sp>
        <p:nvSpPr>
          <p:cNvPr id="8" name="Text Placeholder 5"/>
          <p:cNvSpPr>
            <a:spLocks noGrp="1"/>
          </p:cNvSpPr>
          <p:nvPr>
            <p:ph type="body" sz="quarter" idx="11" hasCustomPrompt="1"/>
          </p:nvPr>
        </p:nvSpPr>
        <p:spPr>
          <a:xfrm>
            <a:off x="1199458" y="1628800"/>
            <a:ext cx="4896542"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20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163638" indent="-301625">
              <a:defRPr sz="20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9" name="Text Placeholder 5"/>
          <p:cNvSpPr>
            <a:spLocks noGrp="1"/>
          </p:cNvSpPr>
          <p:nvPr>
            <p:ph type="body" sz="quarter" idx="12" hasCustomPrompt="1"/>
          </p:nvPr>
        </p:nvSpPr>
        <p:spPr>
          <a:xfrm>
            <a:off x="6240016" y="1628800"/>
            <a:ext cx="4752528"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20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163638" indent="-301625">
              <a:defRPr sz="2000">
                <a:latin typeface="+mn-lt"/>
                <a:ea typeface="Tahoma" panose="020B0604030504040204" pitchFamily="34" charset="0"/>
                <a:cs typeface="Tahoma" panose="020B0604030504040204" pitchFamily="34" charset="0"/>
              </a:defRPr>
            </a:lvl4pPr>
          </a:lstStyle>
          <a:p>
            <a:pPr lvl="0"/>
            <a:r>
              <a:rPr lang="en-US" dirty="0"/>
              <a:t>Click to add text</a:t>
            </a:r>
          </a:p>
          <a:p>
            <a:pPr lvl="1"/>
            <a:r>
              <a:rPr lang="en-US" dirty="0"/>
              <a:t>Second Bullet Point</a:t>
            </a:r>
          </a:p>
          <a:p>
            <a:pPr lvl="2"/>
            <a:r>
              <a:rPr lang="en-US" dirty="0"/>
              <a:t>Third Bullet Point</a:t>
            </a:r>
          </a:p>
          <a:p>
            <a:pPr lvl="3"/>
            <a:endParaRPr lang="en-US" dirty="0"/>
          </a:p>
          <a:p>
            <a:pPr lvl="0"/>
            <a:endParaRPr lang="en-GB" dirty="0"/>
          </a:p>
        </p:txBody>
      </p:sp>
    </p:spTree>
    <p:extLst>
      <p:ext uri="{BB962C8B-B14F-4D97-AF65-F5344CB8AC3E}">
        <p14:creationId xmlns:p14="http://schemas.microsoft.com/office/powerpoint/2010/main" val="976455156"/>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text style with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A39C-6E99-FE4F-B641-F44C7B4B4DB4}"/>
              </a:ext>
            </a:extLst>
          </p:cNvPr>
          <p:cNvSpPr>
            <a:spLocks noGrp="1"/>
          </p:cNvSpPr>
          <p:nvPr>
            <p:ph type="title"/>
          </p:nvPr>
        </p:nvSpPr>
        <p:spPr>
          <a:xfrm>
            <a:off x="1199456" y="692699"/>
            <a:ext cx="10515600" cy="936101"/>
          </a:xfrm>
        </p:spPr>
        <p:txBody>
          <a:bodyPr/>
          <a:lstStyle/>
          <a:p>
            <a:r>
              <a:rPr lang="en-US"/>
              <a:t>Click to edit Master title style</a:t>
            </a:r>
          </a:p>
        </p:txBody>
      </p:sp>
      <p:sp>
        <p:nvSpPr>
          <p:cNvPr id="8" name="Text Placeholder 5"/>
          <p:cNvSpPr>
            <a:spLocks noGrp="1"/>
          </p:cNvSpPr>
          <p:nvPr>
            <p:ph type="body" sz="quarter" idx="11" hasCustomPrompt="1"/>
          </p:nvPr>
        </p:nvSpPr>
        <p:spPr>
          <a:xfrm>
            <a:off x="1199458" y="1628800"/>
            <a:ext cx="4896542"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A9DAC"/>
              </a:buClr>
              <a:buSzTx/>
              <a:buFont typeface="+mj-lt"/>
              <a:buAutoNum type="arabicPeriod"/>
              <a:tabLst/>
              <a:defRPr sz="2000" b="0" i="0" baseline="0">
                <a:solidFill>
                  <a:schemeClr val="tx1"/>
                </a:solidFill>
                <a:latin typeface="+mn-lt"/>
                <a:ea typeface="Tahoma"/>
                <a:cs typeface="Tahoma"/>
              </a:defRPr>
            </a:lvl1pPr>
            <a:lvl2pPr marL="541338" indent="-274638">
              <a:buClr>
                <a:srgbClr val="1A9DAC"/>
              </a:buClr>
              <a:buFont typeface="+mj-lt"/>
              <a:buAutoNum type="romanLcPeriod"/>
              <a:defRPr sz="2000" baseline="0">
                <a:latin typeface="+mn-lt"/>
                <a:ea typeface="Tahoma" panose="020B0604030504040204" pitchFamily="34" charset="0"/>
                <a:cs typeface="Tahoma" panose="020B0604030504040204" pitchFamily="34" charset="0"/>
              </a:defRPr>
            </a:lvl2pPr>
            <a:lvl3pPr marL="896938" indent="-266700">
              <a:buClr>
                <a:srgbClr val="1A9DAC"/>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252538" indent="-285750">
              <a:buClr>
                <a:srgbClr val="1A9DAC"/>
              </a:buClr>
              <a:buFont typeface="Arial" panose="020B0604020202020204" pitchFamily="34" charset="0"/>
              <a:buChar char="̶"/>
              <a:defRPr sz="20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a:p>
            <a:pPr lvl="3"/>
            <a:endParaRPr lang="en-GB" dirty="0"/>
          </a:p>
        </p:txBody>
      </p:sp>
      <p:sp>
        <p:nvSpPr>
          <p:cNvPr id="9" name="Text Placeholder 5"/>
          <p:cNvSpPr>
            <a:spLocks noGrp="1"/>
          </p:cNvSpPr>
          <p:nvPr>
            <p:ph type="body" sz="quarter" idx="12" hasCustomPrompt="1"/>
          </p:nvPr>
        </p:nvSpPr>
        <p:spPr>
          <a:xfrm>
            <a:off x="6240018" y="1628800"/>
            <a:ext cx="4896542"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A9DAC"/>
              </a:buClr>
              <a:buSzTx/>
              <a:buFont typeface="+mj-lt"/>
              <a:buAutoNum type="arabicPeriod"/>
              <a:tabLst/>
              <a:defRPr sz="2000" b="0" i="0" baseline="0">
                <a:solidFill>
                  <a:schemeClr val="tx1"/>
                </a:solidFill>
                <a:latin typeface="+mn-lt"/>
                <a:ea typeface="Tahoma"/>
                <a:cs typeface="Tahoma"/>
              </a:defRPr>
            </a:lvl1pPr>
            <a:lvl2pPr marL="541338" indent="-274638">
              <a:buClr>
                <a:srgbClr val="1A9DAC"/>
              </a:buClr>
              <a:buFont typeface="+mj-lt"/>
              <a:buAutoNum type="romanLcPeriod"/>
              <a:defRPr sz="2000">
                <a:latin typeface="+mn-lt"/>
                <a:ea typeface="Tahoma" panose="020B0604030504040204" pitchFamily="34" charset="0"/>
                <a:cs typeface="Tahoma" panose="020B0604030504040204" pitchFamily="34" charset="0"/>
              </a:defRPr>
            </a:lvl2pPr>
            <a:lvl3pPr marL="896938" indent="-266700">
              <a:buClr>
                <a:srgbClr val="1A9DAC"/>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20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p:txBody>
      </p:sp>
    </p:spTree>
    <p:extLst>
      <p:ext uri="{BB962C8B-B14F-4D97-AF65-F5344CB8AC3E}">
        <p14:creationId xmlns:p14="http://schemas.microsoft.com/office/powerpoint/2010/main" val="211776518"/>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1190020" y="692700"/>
            <a:ext cx="10515600" cy="862064"/>
          </a:xfrm>
        </p:spPr>
        <p:txBody>
          <a:bodyPr/>
          <a:lstStyle/>
          <a:p>
            <a:r>
              <a:rPr lang="en-US"/>
              <a:t>Click to edit Master title style</a:t>
            </a:r>
            <a:endParaRPr lang="en-US" dirty="0"/>
          </a:p>
        </p:txBody>
      </p:sp>
      <p:sp>
        <p:nvSpPr>
          <p:cNvPr id="3" name="Chart Placeholder 2"/>
          <p:cNvSpPr>
            <a:spLocks noGrp="1"/>
          </p:cNvSpPr>
          <p:nvPr>
            <p:ph type="chart" sz="quarter" idx="11"/>
          </p:nvPr>
        </p:nvSpPr>
        <p:spPr>
          <a:xfrm>
            <a:off x="1199456" y="1554763"/>
            <a:ext cx="9865096" cy="453806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947534947"/>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arrow column text style with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65AE-FBB8-C547-A863-8ACFC537D477}"/>
              </a:ext>
            </a:extLst>
          </p:cNvPr>
          <p:cNvSpPr>
            <a:spLocks noGrp="1"/>
          </p:cNvSpPr>
          <p:nvPr>
            <p:ph type="title"/>
          </p:nvPr>
        </p:nvSpPr>
        <p:spPr>
          <a:xfrm>
            <a:off x="1199455" y="692699"/>
            <a:ext cx="10515600" cy="936101"/>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1199458" y="1628800"/>
            <a:ext cx="4464494"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2000" b="0" i="0" baseline="0">
                <a:solidFill>
                  <a:schemeClr val="tx1"/>
                </a:solidFill>
                <a:latin typeface="+mn-lt"/>
                <a:ea typeface="Tahoma"/>
                <a:cs typeface="Tahoma"/>
              </a:defRPr>
            </a:lvl1pPr>
          </a:lstStyle>
          <a:p>
            <a:pPr lvl="0"/>
            <a:r>
              <a:rPr lang="en-US"/>
              <a:t>Edit Master text styles</a:t>
            </a:r>
          </a:p>
        </p:txBody>
      </p:sp>
      <p:sp>
        <p:nvSpPr>
          <p:cNvPr id="3" name="Chart Placeholder 2"/>
          <p:cNvSpPr>
            <a:spLocks noGrp="1"/>
          </p:cNvSpPr>
          <p:nvPr>
            <p:ph type="chart" sz="quarter" idx="12"/>
          </p:nvPr>
        </p:nvSpPr>
        <p:spPr>
          <a:xfrm>
            <a:off x="5712885" y="1628802"/>
            <a:ext cx="5351667" cy="446402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1628611724"/>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979-55B4-3C48-802B-10CF449D32FC}"/>
              </a:ext>
            </a:extLst>
          </p:cNvPr>
          <p:cNvSpPr>
            <a:spLocks noGrp="1"/>
          </p:cNvSpPr>
          <p:nvPr>
            <p:ph type="title"/>
          </p:nvPr>
        </p:nvSpPr>
        <p:spPr>
          <a:xfrm>
            <a:off x="1199456" y="692699"/>
            <a:ext cx="10515600" cy="648069"/>
          </a:xfrm>
        </p:spPr>
        <p:txBody>
          <a:bodyPr/>
          <a:lstStyle/>
          <a:p>
            <a:r>
              <a:rPr lang="en-US"/>
              <a:t>Click to edit Master title style</a:t>
            </a:r>
            <a:endParaRPr lang="en-US" dirty="0"/>
          </a:p>
        </p:txBody>
      </p:sp>
      <p:sp>
        <p:nvSpPr>
          <p:cNvPr id="4" name="Picture Placeholder 12">
            <a:extLst>
              <a:ext uri="{C183D7F6-B498-43B3-948B-1728B52AA6E4}">
                <adec:decorative xmlns:adec="http://schemas.microsoft.com/office/drawing/2017/decorative" val="1"/>
              </a:ext>
            </a:extLst>
          </p:cNvPr>
          <p:cNvSpPr>
            <a:spLocks noGrp="1"/>
          </p:cNvSpPr>
          <p:nvPr>
            <p:ph type="pic" sz="quarter" idx="13"/>
          </p:nvPr>
        </p:nvSpPr>
        <p:spPr>
          <a:xfrm>
            <a:off x="14953" y="1412776"/>
            <a:ext cx="12192000" cy="5951190"/>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250680606"/>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D231-0526-BA4B-A751-485A68D4F146}"/>
              </a:ext>
            </a:extLst>
          </p:cNvPr>
          <p:cNvSpPr>
            <a:spLocks noGrp="1"/>
          </p:cNvSpPr>
          <p:nvPr>
            <p:ph type="title"/>
          </p:nvPr>
        </p:nvSpPr>
        <p:spPr>
          <a:xfrm>
            <a:off x="1200151" y="692699"/>
            <a:ext cx="9938841" cy="768353"/>
          </a:xfrm>
        </p:spPr>
        <p:txBody>
          <a:bodyPr/>
          <a:lstStyle/>
          <a:p>
            <a:r>
              <a:rPr lang="en-US"/>
              <a:t>Click to edit Master title style</a:t>
            </a:r>
            <a:endParaRPr lang="en-US" dirty="0"/>
          </a:p>
        </p:txBody>
      </p:sp>
      <p:sp>
        <p:nvSpPr>
          <p:cNvPr id="14" name="Picture Placeholder 12">
            <a:extLst>
              <a:ext uri="{C183D7F6-B498-43B3-948B-1728B52AA6E4}">
                <adec:decorative xmlns:adec="http://schemas.microsoft.com/office/drawing/2017/decorative" val="1"/>
              </a:ext>
            </a:extLst>
          </p:cNvPr>
          <p:cNvSpPr>
            <a:spLocks noGrp="1"/>
          </p:cNvSpPr>
          <p:nvPr>
            <p:ph type="pic" sz="quarter" idx="12"/>
          </p:nvPr>
        </p:nvSpPr>
        <p:spPr>
          <a:xfrm>
            <a:off x="1" y="1461052"/>
            <a:ext cx="4032251" cy="5396948"/>
          </a:xfrm>
          <a:prstGeom prst="rect">
            <a:avLst/>
          </a:prstGeom>
        </p:spPr>
        <p:txBody>
          <a:bodyPr/>
          <a:lstStyle/>
          <a:p>
            <a:r>
              <a:rPr lang="en-US"/>
              <a:t>Click icon to add picture</a:t>
            </a:r>
            <a:endParaRPr lang="en-US" dirty="0"/>
          </a:p>
        </p:txBody>
      </p:sp>
      <p:sp>
        <p:nvSpPr>
          <p:cNvPr id="15" name="Picture Placeholder 12">
            <a:extLst>
              <a:ext uri="{C183D7F6-B498-43B3-948B-1728B52AA6E4}">
                <adec:decorative xmlns:adec="http://schemas.microsoft.com/office/drawing/2017/decorative" val="1"/>
              </a:ext>
            </a:extLst>
          </p:cNvPr>
          <p:cNvSpPr>
            <a:spLocks noGrp="1"/>
          </p:cNvSpPr>
          <p:nvPr>
            <p:ph type="pic" sz="quarter" idx="13"/>
          </p:nvPr>
        </p:nvSpPr>
        <p:spPr>
          <a:xfrm>
            <a:off x="4078817" y="1461053"/>
            <a:ext cx="4027088" cy="2650572"/>
          </a:xfrm>
          <a:prstGeom prst="rect">
            <a:avLst/>
          </a:prstGeom>
        </p:spPr>
        <p:txBody>
          <a:bodyPr/>
          <a:lstStyle/>
          <a:p>
            <a:r>
              <a:rPr lang="en-US"/>
              <a:t>Click icon to add picture</a:t>
            </a:r>
            <a:endParaRPr lang="en-US" dirty="0"/>
          </a:p>
        </p:txBody>
      </p:sp>
      <p:sp>
        <p:nvSpPr>
          <p:cNvPr id="17" name="Picture Placeholder 12">
            <a:extLst>
              <a:ext uri="{C183D7F6-B498-43B3-948B-1728B52AA6E4}">
                <adec:decorative xmlns:adec="http://schemas.microsoft.com/office/drawing/2017/decorative" val="1"/>
              </a:ext>
            </a:extLst>
          </p:cNvPr>
          <p:cNvSpPr>
            <a:spLocks noGrp="1"/>
          </p:cNvSpPr>
          <p:nvPr>
            <p:ph type="pic" sz="quarter" idx="14"/>
          </p:nvPr>
        </p:nvSpPr>
        <p:spPr>
          <a:xfrm>
            <a:off x="4078817" y="4149728"/>
            <a:ext cx="4027088" cy="2708275"/>
          </a:xfrm>
          <a:prstGeom prst="rect">
            <a:avLst/>
          </a:prstGeom>
        </p:spPr>
        <p:txBody>
          <a:bodyPr/>
          <a:lstStyle/>
          <a:p>
            <a:r>
              <a:rPr lang="en-US"/>
              <a:t>Click icon to add picture</a:t>
            </a:r>
          </a:p>
        </p:txBody>
      </p:sp>
      <p:sp>
        <p:nvSpPr>
          <p:cNvPr id="13" name="Picture Placeholder 12">
            <a:extLst>
              <a:ext uri="{C183D7F6-B498-43B3-948B-1728B52AA6E4}">
                <adec:decorative xmlns:adec="http://schemas.microsoft.com/office/drawing/2017/decorative" val="1"/>
              </a:ext>
            </a:extLst>
          </p:cNvPr>
          <p:cNvSpPr>
            <a:spLocks noGrp="1"/>
          </p:cNvSpPr>
          <p:nvPr>
            <p:ph type="pic" sz="quarter" idx="11"/>
          </p:nvPr>
        </p:nvSpPr>
        <p:spPr>
          <a:xfrm>
            <a:off x="8157635" y="1461052"/>
            <a:ext cx="4034367" cy="5396948"/>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1974219801"/>
      </p:ext>
    </p:extLst>
  </p:cSld>
  <p:clrMapOvr>
    <a:masterClrMapping/>
  </p:clrMapOvr>
  <p:transition spd="slow">
    <p:fade/>
  </p:transition>
  <p:extLst>
    <p:ext uri="{DCECCB84-F9BA-43D5-87BE-67443E8EF086}">
      <p15:sldGuideLst xmlns:p15="http://schemas.microsoft.com/office/powerpoint/2012/main">
        <p15:guide id="1" orient="horz" pos="332" userDrawn="1">
          <p15:clr>
            <a:srgbClr val="FBAE40"/>
          </p15:clr>
        </p15:guide>
        <p15:guide id="2" pos="3840" userDrawn="1">
          <p15:clr>
            <a:srgbClr val="FBAE40"/>
          </p15:clr>
        </p15:guide>
        <p15:guide id="4" pos="5111" userDrawn="1">
          <p15:clr>
            <a:srgbClr val="FBAE40"/>
          </p15:clr>
        </p15:guide>
        <p15:guide id="5" orient="horz" pos="2614" userDrawn="1">
          <p15:clr>
            <a:srgbClr val="FBAE40"/>
          </p15:clr>
        </p15:guide>
        <p15:guide id="6" pos="756" userDrawn="1">
          <p15:clr>
            <a:srgbClr val="FBAE40"/>
          </p15:clr>
        </p15:guide>
        <p15:guide id="8" pos="2569" userDrawn="1">
          <p15:clr>
            <a:srgbClr val="FBAE40"/>
          </p15:clr>
        </p15:guide>
        <p15:guide id="9" pos="5139" userDrawn="1">
          <p15:clr>
            <a:srgbClr val="FBAE40"/>
          </p15:clr>
        </p15:guide>
        <p15:guide id="10" orient="horz" pos="259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2A74-33A9-1E47-9EBD-B4B8BA3C3C75}"/>
              </a:ext>
            </a:extLst>
          </p:cNvPr>
          <p:cNvSpPr>
            <a:spLocks noGrp="1"/>
          </p:cNvSpPr>
          <p:nvPr>
            <p:ph type="title"/>
          </p:nvPr>
        </p:nvSpPr>
        <p:spPr>
          <a:xfrm>
            <a:off x="610753" y="692700"/>
            <a:ext cx="10515600" cy="733428"/>
          </a:xfrm>
        </p:spPr>
        <p:txBody>
          <a:bodyPr/>
          <a:lstStyle/>
          <a:p>
            <a:r>
              <a:rPr lang="en-US"/>
              <a:t>Click to edit Master title style</a:t>
            </a:r>
            <a:endParaRPr lang="en-US" dirty="0"/>
          </a:p>
        </p:txBody>
      </p:sp>
      <p:sp>
        <p:nvSpPr>
          <p:cNvPr id="8" name="Text Placeholder 5"/>
          <p:cNvSpPr>
            <a:spLocks noGrp="1"/>
          </p:cNvSpPr>
          <p:nvPr>
            <p:ph type="body" sz="quarter" idx="15" hasCustomPrompt="1"/>
          </p:nvPr>
        </p:nvSpPr>
        <p:spPr>
          <a:xfrm>
            <a:off x="610755" y="1461052"/>
            <a:ext cx="3396094"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20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163638" indent="-301625">
              <a:defRPr sz="16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5" name="Picture Placeholder 12">
            <a:extLst>
              <a:ext uri="{C183D7F6-B498-43B3-948B-1728B52AA6E4}">
                <adec:decorative xmlns:adec="http://schemas.microsoft.com/office/drawing/2017/decorative" val="1"/>
              </a:ext>
            </a:extLst>
          </p:cNvPr>
          <p:cNvSpPr>
            <a:spLocks noGrp="1"/>
          </p:cNvSpPr>
          <p:nvPr>
            <p:ph type="pic" sz="quarter" idx="11"/>
          </p:nvPr>
        </p:nvSpPr>
        <p:spPr>
          <a:xfrm>
            <a:off x="4055533" y="1461052"/>
            <a:ext cx="4057651" cy="5396948"/>
          </a:xfrm>
          <a:prstGeom prst="rect">
            <a:avLst/>
          </a:prstGeom>
        </p:spPr>
        <p:txBody>
          <a:bodyPr/>
          <a:lstStyle/>
          <a:p>
            <a:r>
              <a:rPr lang="en-US"/>
              <a:t>Click icon to add picture</a:t>
            </a:r>
            <a:endParaRPr lang="en-US" dirty="0"/>
          </a:p>
        </p:txBody>
      </p:sp>
      <p:sp>
        <p:nvSpPr>
          <p:cNvPr id="6" name="Picture Placeholder 12">
            <a:extLst>
              <a:ext uri="{C183D7F6-B498-43B3-948B-1728B52AA6E4}">
                <adec:decorative xmlns:adec="http://schemas.microsoft.com/office/drawing/2017/decorative" val="1"/>
              </a:ext>
            </a:extLst>
          </p:cNvPr>
          <p:cNvSpPr>
            <a:spLocks noGrp="1"/>
          </p:cNvSpPr>
          <p:nvPr>
            <p:ph type="pic" sz="quarter" idx="13"/>
          </p:nvPr>
        </p:nvSpPr>
        <p:spPr>
          <a:xfrm>
            <a:off x="8161867" y="1461053"/>
            <a:ext cx="4030132" cy="2650572"/>
          </a:xfrm>
          <a:prstGeom prst="rect">
            <a:avLst/>
          </a:prstGeom>
        </p:spPr>
        <p:txBody>
          <a:bodyPr/>
          <a:lstStyle/>
          <a:p>
            <a:r>
              <a:rPr lang="en-US"/>
              <a:t>Click icon to add picture</a:t>
            </a:r>
            <a:endParaRPr lang="en-US" dirty="0"/>
          </a:p>
        </p:txBody>
      </p:sp>
      <p:sp>
        <p:nvSpPr>
          <p:cNvPr id="7" name="Picture Placeholder 12">
            <a:extLst>
              <a:ext uri="{C183D7F6-B498-43B3-948B-1728B52AA6E4}">
                <adec:decorative xmlns:adec="http://schemas.microsoft.com/office/drawing/2017/decorative" val="1"/>
              </a:ext>
            </a:extLst>
          </p:cNvPr>
          <p:cNvSpPr>
            <a:spLocks noGrp="1"/>
          </p:cNvSpPr>
          <p:nvPr>
            <p:ph type="pic" sz="quarter" idx="14"/>
          </p:nvPr>
        </p:nvSpPr>
        <p:spPr>
          <a:xfrm>
            <a:off x="8161868" y="4146550"/>
            <a:ext cx="4030133" cy="2711450"/>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27614538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5141" userDrawn="1">
          <p15:clr>
            <a:srgbClr val="FBAE40"/>
          </p15:clr>
        </p15:guide>
        <p15:guide id="4" pos="5111" userDrawn="1">
          <p15:clr>
            <a:srgbClr val="FBAE40"/>
          </p15:clr>
        </p15:guide>
        <p15:guide id="6" orient="horz" pos="2590" userDrawn="1">
          <p15:clr>
            <a:srgbClr val="FBAE40"/>
          </p15:clr>
        </p15:guide>
        <p15:guide id="7" orient="horz" pos="261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F419B-FC38-4656-9F77-C3E7F5DE4FC2}"/>
              </a:ext>
            </a:extLst>
          </p:cNvPr>
          <p:cNvSpPr>
            <a:spLocks noGrp="1"/>
          </p:cNvSpPr>
          <p:nvPr>
            <p:ph type="title"/>
          </p:nvPr>
        </p:nvSpPr>
        <p:spPr/>
        <p:txBody>
          <a:bodyPr/>
          <a:lstStyle/>
          <a:p>
            <a:r>
              <a:rPr lang="en-US"/>
              <a:t>Click to edit Master title style</a:t>
            </a:r>
            <a:endParaRPr lang="en-GB" dirty="0"/>
          </a:p>
        </p:txBody>
      </p:sp>
      <p:sp>
        <p:nvSpPr>
          <p:cNvPr id="4" name="Text Placeholder 3">
            <a:extLst>
              <a:ext uri="{FF2B5EF4-FFF2-40B4-BE49-F238E27FC236}">
                <a16:creationId xmlns:a16="http://schemas.microsoft.com/office/drawing/2014/main" id="{FA3280AE-A27A-4C21-8018-4CDF514359A5}"/>
              </a:ext>
            </a:extLst>
          </p:cNvPr>
          <p:cNvSpPr>
            <a:spLocks noGrp="1"/>
          </p:cNvSpPr>
          <p:nvPr>
            <p:ph type="body" sz="quarter" idx="10"/>
          </p:nvPr>
        </p:nvSpPr>
        <p:spPr>
          <a:xfrm>
            <a:off x="1416050" y="1700213"/>
            <a:ext cx="9217025" cy="3960812"/>
          </a:xfrm>
          <a:prstGeom prst="rect">
            <a:avLst/>
          </a:prstGeom>
        </p:spPr>
        <p:txBody>
          <a:bodyPr/>
          <a:lstStyle>
            <a:lvl1pPr marL="0" indent="0">
              <a:buNone/>
              <a:defRPr sz="2000">
                <a:solidFill>
                  <a:srgbClr val="1A9DAC"/>
                </a:solidFill>
              </a:defRPr>
            </a:lvl1pPr>
            <a:lvl2pPr marL="609600" indent="0">
              <a:buNone/>
              <a:defRPr sz="2000">
                <a:solidFill>
                  <a:srgbClr val="1A9DAC"/>
                </a:solidFill>
              </a:defRPr>
            </a:lvl2pPr>
            <a:lvl3pPr marL="1219200" indent="0">
              <a:buNone/>
              <a:defRPr sz="2000">
                <a:solidFill>
                  <a:srgbClr val="1A9DAC"/>
                </a:solidFill>
              </a:defRPr>
            </a:lvl3pPr>
            <a:lvl4pPr marL="1828800" indent="0">
              <a:buNone/>
              <a:defRPr sz="2000">
                <a:solidFill>
                  <a:srgbClr val="1A9DAC"/>
                </a:solidFill>
              </a:defRPr>
            </a:lvl4pPr>
            <a:lvl5pPr marL="2438400" indent="0">
              <a:buNone/>
              <a:defRPr sz="2000">
                <a:solidFill>
                  <a:srgbClr val="1A9DAC"/>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5">
            <a:extLst>
              <a:ext uri="{FF2B5EF4-FFF2-40B4-BE49-F238E27FC236}">
                <a16:creationId xmlns:a16="http://schemas.microsoft.com/office/drawing/2014/main" id="{A5660BAE-66FC-42F6-BD3C-5B58157AAAB0}"/>
              </a:ext>
            </a:extLst>
          </p:cNvPr>
          <p:cNvSpPr>
            <a:spLocks noGrp="1"/>
          </p:cNvSpPr>
          <p:nvPr>
            <p:ph type="body" sz="quarter" idx="11"/>
          </p:nvPr>
        </p:nvSpPr>
        <p:spPr>
          <a:xfrm>
            <a:off x="1416050" y="5661025"/>
            <a:ext cx="9217025" cy="1081088"/>
          </a:xfrm>
          <a:prstGeom prst="rect">
            <a:avLst/>
          </a:prstGeom>
        </p:spPr>
        <p:txBody>
          <a:bodyPr/>
          <a:lstStyle>
            <a:lvl1pPr marL="0" indent="0" algn="r">
              <a:buNone/>
              <a:defRPr sz="1800">
                <a:solidFill>
                  <a:schemeClr val="tx1"/>
                </a:solidFill>
              </a:defRPr>
            </a:lvl1pPr>
            <a:lvl2pPr marL="609600" indent="0" algn="r">
              <a:buNone/>
              <a:defRPr sz="1800">
                <a:solidFill>
                  <a:schemeClr val="tx1"/>
                </a:solidFill>
              </a:defRPr>
            </a:lvl2pPr>
            <a:lvl3pPr marL="1219200" indent="0" algn="r">
              <a:buNone/>
              <a:defRPr sz="1800">
                <a:solidFill>
                  <a:schemeClr val="tx1"/>
                </a:solidFill>
              </a:defRPr>
            </a:lvl3pPr>
            <a:lvl4pPr marL="1828800" indent="0" algn="r">
              <a:buNone/>
              <a:defRPr sz="1800">
                <a:solidFill>
                  <a:schemeClr val="tx1"/>
                </a:solidFill>
              </a:defRPr>
            </a:lvl4pPr>
            <a:lvl5pPr marL="2438400" indent="0" algn="r">
              <a:buNone/>
              <a:defRPr sz="18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727041634"/>
      </p:ext>
    </p:extLst>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83A07-22BD-4911-A932-8F2D6698F1F7}"/>
              </a:ext>
            </a:extLst>
          </p:cNvPr>
          <p:cNvSpPr>
            <a:spLocks noGrp="1"/>
          </p:cNvSpPr>
          <p:nvPr>
            <p:ph type="title"/>
          </p:nvPr>
        </p:nvSpPr>
        <p:spPr/>
        <p:txBody>
          <a:bodyPr/>
          <a:lstStyle/>
          <a:p>
            <a:r>
              <a:rPr lang="en-US"/>
              <a:t>Click to edit Master title style</a:t>
            </a:r>
            <a:endParaRPr lang="en-GB"/>
          </a:p>
        </p:txBody>
      </p:sp>
      <p:sp>
        <p:nvSpPr>
          <p:cNvPr id="4" name="Text Placeholder 3">
            <a:extLst>
              <a:ext uri="{FF2B5EF4-FFF2-40B4-BE49-F238E27FC236}">
                <a16:creationId xmlns:a16="http://schemas.microsoft.com/office/drawing/2014/main" id="{B8842487-5D92-4193-8C12-E3811303EAF5}"/>
              </a:ext>
            </a:extLst>
          </p:cNvPr>
          <p:cNvSpPr>
            <a:spLocks noGrp="1"/>
          </p:cNvSpPr>
          <p:nvPr>
            <p:ph type="body" sz="quarter" idx="10" hasCustomPrompt="1"/>
          </p:nvPr>
        </p:nvSpPr>
        <p:spPr>
          <a:xfrm>
            <a:off x="623392" y="2348880"/>
            <a:ext cx="4176464" cy="2995612"/>
          </a:xfrm>
          <a:prstGeom prst="rect">
            <a:avLst/>
          </a:prstGeom>
        </p:spPr>
        <p:txBody>
          <a:bodyPr/>
          <a:lstStyle>
            <a:lvl1pPr marL="0" indent="0">
              <a:buNone/>
              <a:defRPr sz="13000">
                <a:solidFill>
                  <a:srgbClr val="1A9DAC"/>
                </a:solidFill>
              </a:defRPr>
            </a:lvl1pPr>
          </a:lstStyle>
          <a:p>
            <a:pPr lvl="0"/>
            <a:r>
              <a:rPr lang="en-GB" dirty="0"/>
              <a:t>100%</a:t>
            </a:r>
          </a:p>
        </p:txBody>
      </p:sp>
      <p:sp>
        <p:nvSpPr>
          <p:cNvPr id="6" name="Text Placeholder 5">
            <a:extLst>
              <a:ext uri="{FF2B5EF4-FFF2-40B4-BE49-F238E27FC236}">
                <a16:creationId xmlns:a16="http://schemas.microsoft.com/office/drawing/2014/main" id="{0CF246C3-55F5-41A0-A73E-5368C3F43B53}"/>
              </a:ext>
            </a:extLst>
          </p:cNvPr>
          <p:cNvSpPr>
            <a:spLocks noGrp="1"/>
          </p:cNvSpPr>
          <p:nvPr>
            <p:ph type="body" sz="quarter" idx="11"/>
          </p:nvPr>
        </p:nvSpPr>
        <p:spPr>
          <a:xfrm>
            <a:off x="4943872" y="2348880"/>
            <a:ext cx="6481366" cy="2995612"/>
          </a:xfrm>
          <a:prstGeom prst="rect">
            <a:avLst/>
          </a:prstGeom>
        </p:spPr>
        <p:txBody>
          <a:bodyPr/>
          <a:lstStyle>
            <a:lvl1pPr marL="0" indent="0">
              <a:buNone/>
              <a:defRPr sz="2000">
                <a:solidFill>
                  <a:srgbClr val="199DAC"/>
                </a:solidFill>
              </a:defRPr>
            </a:lvl1pPr>
            <a:lvl2pPr marL="609600" indent="0">
              <a:buNone/>
              <a:defRPr sz="2000">
                <a:solidFill>
                  <a:srgbClr val="199DAC"/>
                </a:solidFill>
              </a:defRPr>
            </a:lvl2pPr>
            <a:lvl3pPr marL="1219200" indent="0">
              <a:buNone/>
              <a:defRPr sz="2000">
                <a:solidFill>
                  <a:srgbClr val="199DAC"/>
                </a:solidFill>
              </a:defRPr>
            </a:lvl3pPr>
            <a:lvl4pPr marL="1828800" indent="0">
              <a:buNone/>
              <a:defRPr sz="2000">
                <a:solidFill>
                  <a:srgbClr val="199DAC"/>
                </a:solidFill>
              </a:defRPr>
            </a:lvl4pPr>
            <a:lvl5pPr marL="2438400" indent="0">
              <a:buNone/>
              <a:defRPr sz="2000">
                <a:solidFill>
                  <a:srgbClr val="199DAC"/>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7">
            <a:extLst>
              <a:ext uri="{FF2B5EF4-FFF2-40B4-BE49-F238E27FC236}">
                <a16:creationId xmlns:a16="http://schemas.microsoft.com/office/drawing/2014/main" id="{62E5FF59-326E-4B4E-9D7D-CFDB81AC6C9E}"/>
              </a:ext>
            </a:extLst>
          </p:cNvPr>
          <p:cNvSpPr>
            <a:spLocks noGrp="1"/>
          </p:cNvSpPr>
          <p:nvPr>
            <p:ph type="body" sz="quarter" idx="12"/>
          </p:nvPr>
        </p:nvSpPr>
        <p:spPr>
          <a:xfrm>
            <a:off x="1558925" y="5344492"/>
            <a:ext cx="9650413" cy="1108696"/>
          </a:xfrm>
          <a:prstGeom prst="rect">
            <a:avLst/>
          </a:prstGeom>
        </p:spPr>
        <p:txBody>
          <a:bodyPr/>
          <a:lstStyle>
            <a:lvl1pPr marL="0" indent="0" algn="r">
              <a:buFont typeface="Arial" panose="020B0604020202020204" pitchFamily="34" charset="0"/>
              <a:buNone/>
              <a:defRPr sz="1800"/>
            </a:lvl1pPr>
            <a:lvl2pPr marL="609600" indent="0" algn="r">
              <a:buNone/>
              <a:defRPr sz="1800"/>
            </a:lvl2pPr>
            <a:lvl3pPr marL="1219200" indent="0" algn="r">
              <a:buNone/>
              <a:defRPr sz="1800"/>
            </a:lvl3pPr>
            <a:lvl4pPr marL="1828800" indent="0" algn="r">
              <a:buNone/>
              <a:defRPr sz="1800"/>
            </a:lvl4pPr>
            <a:lvl5pPr marL="2438400" indent="0" algn="r">
              <a:buNone/>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319526146"/>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gif"/><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itle Placeholder 3">
            <a:extLst>
              <a:ext uri="{FF2B5EF4-FFF2-40B4-BE49-F238E27FC236}">
                <a16:creationId xmlns:a16="http://schemas.microsoft.com/office/drawing/2014/main" id="{3631A212-DAA8-B544-9BA8-9F3465AA8AB6}"/>
              </a:ext>
            </a:extLst>
          </p:cNvPr>
          <p:cNvSpPr>
            <a:spLocks noGrp="1"/>
          </p:cNvSpPr>
          <p:nvPr>
            <p:ph type="title"/>
          </p:nvPr>
        </p:nvSpPr>
        <p:spPr>
          <a:xfrm>
            <a:off x="838200" y="692699"/>
            <a:ext cx="10299327" cy="792085"/>
          </a:xfrm>
          <a:prstGeom prst="rect">
            <a:avLst/>
          </a:prstGeom>
        </p:spPr>
        <p:txBody>
          <a:bodyPr vert="horz" lIns="0" tIns="0" rIns="0" bIns="0" rtlCol="0" anchor="t" anchorCtr="0">
            <a:normAutofit/>
          </a:bodyPr>
          <a:lstStyle/>
          <a:p>
            <a:r>
              <a:rPr lang="en-US"/>
              <a:t>Click to edit Master title style</a:t>
            </a:r>
            <a:endParaRPr lang="en-US" dirty="0"/>
          </a:p>
        </p:txBody>
      </p:sp>
      <p:pic>
        <p:nvPicPr>
          <p:cNvPr id="5" name="Picture 4">
            <a:extLst>
              <a:ext uri="{FF2B5EF4-FFF2-40B4-BE49-F238E27FC236}">
                <a16:creationId xmlns:a16="http://schemas.microsoft.com/office/drawing/2014/main" id="{ADC2A975-9E0E-5D43-ADC1-E0089E324263}"/>
              </a:ext>
              <a:ext uri="{C183D7F6-B498-43B3-948B-1728B52AA6E4}">
                <adec:decorative xmlns:adec="http://schemas.microsoft.com/office/drawing/2017/decorative" val="1"/>
              </a:ext>
            </a:extLst>
          </p:cNvPr>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10056440"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FE59C7D0-71D4-CB16-2FEA-E933983AB0AE}"/>
              </a:ext>
            </a:extLst>
          </p:cNvPr>
          <p:cNvSpPr/>
          <p:nvPr userDrawn="1"/>
        </p:nvSpPr>
        <p:spPr>
          <a:xfrm>
            <a:off x="0" y="6525344"/>
            <a:ext cx="4151784" cy="332656"/>
          </a:xfrm>
          <a:prstGeom prst="rect">
            <a:avLst/>
          </a:prstGeom>
          <a:solidFill>
            <a:srgbClr val="1A9D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GB" sz="1400" b="0" i="0" kern="1200" dirty="0">
                <a:solidFill>
                  <a:schemeClr val="bg1"/>
                </a:solidFill>
                <a:effectLst/>
                <a:latin typeface="Open Sans" panose="020B0606030504020204" pitchFamily="34" charset="0"/>
                <a:ea typeface="+mn-ea"/>
                <a:cs typeface="+mn-cs"/>
              </a:rPr>
              <a:t>Foundations of Computing: </a:t>
            </a:r>
            <a:r>
              <a:rPr lang="en-GB" sz="1400" dirty="0"/>
              <a:t> </a:t>
            </a:r>
            <a:r>
              <a:rPr lang="en-US" sz="1400" dirty="0">
                <a:solidFill>
                  <a:srgbClr val="FFFF00"/>
                </a:solidFill>
                <a:ea typeface="ＭＳ Ｐゴシック"/>
              </a:rPr>
              <a:t>Turing Machines</a:t>
            </a:r>
          </a:p>
        </p:txBody>
      </p:sp>
      <p:sp>
        <p:nvSpPr>
          <p:cNvPr id="9" name="Rectangle 8">
            <a:extLst>
              <a:ext uri="{FF2B5EF4-FFF2-40B4-BE49-F238E27FC236}">
                <a16:creationId xmlns:a16="http://schemas.microsoft.com/office/drawing/2014/main" id="{2F3B7811-239E-F5E2-8733-82705AABC723}"/>
              </a:ext>
            </a:extLst>
          </p:cNvPr>
          <p:cNvSpPr/>
          <p:nvPr userDrawn="1"/>
        </p:nvSpPr>
        <p:spPr>
          <a:xfrm>
            <a:off x="4151783" y="6525344"/>
            <a:ext cx="4179051" cy="332656"/>
          </a:xfrm>
          <a:prstGeom prst="rect">
            <a:avLst/>
          </a:prstGeom>
          <a:solidFill>
            <a:srgbClr val="66C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r"/>
            <a:r>
              <a:rPr lang="fr-FR" dirty="0" err="1">
                <a:solidFill>
                  <a:schemeClr val="tx1"/>
                </a:solidFill>
              </a:rPr>
              <a:t>BSc</a:t>
            </a:r>
            <a:r>
              <a:rPr lang="fr-FR" dirty="0">
                <a:solidFill>
                  <a:schemeClr val="tx1"/>
                </a:solidFill>
              </a:rPr>
              <a:t>(</a:t>
            </a:r>
            <a:r>
              <a:rPr lang="fr-FR" dirty="0" err="1">
                <a:solidFill>
                  <a:schemeClr val="tx1"/>
                </a:solidFill>
              </a:rPr>
              <a:t>Hons</a:t>
            </a:r>
            <a:r>
              <a:rPr lang="fr-FR" dirty="0">
                <a:solidFill>
                  <a:schemeClr val="tx1"/>
                </a:solidFill>
              </a:rPr>
              <a:t>) Computer Science Course</a:t>
            </a:r>
            <a:r>
              <a:rPr lang="en-GB" dirty="0">
                <a:solidFill>
                  <a:schemeClr val="tx1"/>
                </a:solidFill>
              </a:rPr>
              <a:t> </a:t>
            </a:r>
          </a:p>
        </p:txBody>
      </p:sp>
      <p:sp>
        <p:nvSpPr>
          <p:cNvPr id="10" name="Rectangle 9">
            <a:extLst>
              <a:ext uri="{FF2B5EF4-FFF2-40B4-BE49-F238E27FC236}">
                <a16:creationId xmlns:a16="http://schemas.microsoft.com/office/drawing/2014/main" id="{1CC3DB5E-E5C6-5D1A-EC69-2F6569604D20}"/>
              </a:ext>
            </a:extLst>
          </p:cNvPr>
          <p:cNvSpPr/>
          <p:nvPr userDrawn="1"/>
        </p:nvSpPr>
        <p:spPr>
          <a:xfrm>
            <a:off x="8330835" y="6525344"/>
            <a:ext cx="3861165" cy="332656"/>
          </a:xfrm>
          <a:prstGeom prst="rect">
            <a:avLst/>
          </a:prstGeom>
          <a:solidFill>
            <a:srgbClr val="66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b="0" i="0" dirty="0">
                <a:solidFill>
                  <a:schemeClr val="tx1"/>
                </a:solidFill>
                <a:effectLst/>
                <a:latin typeface="Open Sans" panose="020B0606030504020204" pitchFamily="34" charset="0"/>
              </a:rPr>
              <a:t>University of the West of England</a:t>
            </a:r>
            <a:endParaRPr lang="en-GB" dirty="0">
              <a:solidFill>
                <a:schemeClr val="tx1"/>
              </a:solidFill>
            </a:endParaRPr>
          </a:p>
        </p:txBody>
      </p:sp>
      <p:pic>
        <p:nvPicPr>
          <p:cNvPr id="2050" name="Picture 2" descr="The British Computer Society - Accredited Degree">
            <a:extLst>
              <a:ext uri="{FF2B5EF4-FFF2-40B4-BE49-F238E27FC236}">
                <a16:creationId xmlns:a16="http://schemas.microsoft.com/office/drawing/2014/main" id="{E13C1B5A-85EB-9E63-99FB-B88E62FF6FFE}"/>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4151782" y="6525344"/>
            <a:ext cx="674305" cy="33265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BCB2C01-FEE7-E984-EBBE-530B159B6E36}"/>
              </a:ext>
            </a:extLst>
          </p:cNvPr>
          <p:cNvSpPr txBox="1"/>
          <p:nvPr userDrawn="1"/>
        </p:nvSpPr>
        <p:spPr>
          <a:xfrm>
            <a:off x="0" y="0"/>
            <a:ext cx="6138908" cy="369332"/>
          </a:xfrm>
          <a:prstGeom prst="rect">
            <a:avLst/>
          </a:prstGeom>
          <a:noFill/>
        </p:spPr>
        <p:txBody>
          <a:bodyPr wrap="square">
            <a:spAutoFit/>
          </a:bodyPr>
          <a:lstStyle/>
          <a:p>
            <a:r>
              <a:rPr lang="en-GB" dirty="0"/>
              <a:t>https://github.com/Hosseinabady/foc</a:t>
            </a:r>
          </a:p>
        </p:txBody>
      </p:sp>
    </p:spTree>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 id="2147483973" r:id="rId12"/>
    <p:sldLayoutId id="2147483977" r:id="rId13"/>
    <p:sldLayoutId id="2147483976" r:id="rId14"/>
  </p:sldLayoutIdLst>
  <p:transition spd="slow">
    <p:fade/>
  </p:transition>
  <p:txStyles>
    <p:titleStyle>
      <a:lvl1pPr algn="l" defTabSz="606425" rtl="0" eaLnBrk="1" fontAlgn="base" hangingPunct="1">
        <a:spcBef>
          <a:spcPct val="0"/>
        </a:spcBef>
        <a:spcAft>
          <a:spcPct val="0"/>
        </a:spcAft>
        <a:defRPr sz="3600" kern="1200">
          <a:solidFill>
            <a:srgbClr val="1A9DAC"/>
          </a:solidFill>
          <a:latin typeface="+mj-lt"/>
          <a:ea typeface="ＭＳ Ｐゴシック" charset="0"/>
          <a:cs typeface="ＭＳ Ｐゴシック" charset="0"/>
        </a:defRPr>
      </a:lvl1pPr>
      <a:lvl2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5pPr>
      <a:lvl6pPr marL="609555"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110"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64"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218"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p:titleStyle>
    <p:bodyStyle>
      <a:lvl1pPr marL="454025" indent="-454025" algn="l" defTabSz="606425" rtl="0" eaLnBrk="1" fontAlgn="base" hangingPunct="1">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34435" y="1915482"/>
            <a:ext cx="8784774" cy="2089585"/>
          </a:xfrm>
        </p:spPr>
        <p:txBody>
          <a:bodyPr>
            <a:normAutofit/>
          </a:bodyPr>
          <a:lstStyle/>
          <a:p>
            <a:r>
              <a:rPr lang="en-GB" sz="4800" dirty="0">
                <a:ea typeface="ＭＳ Ｐゴシック"/>
              </a:rPr>
              <a:t>UWE BSc(Hons) Computer Science</a:t>
            </a:r>
          </a:p>
        </p:txBody>
      </p:sp>
      <p:sp>
        <p:nvSpPr>
          <p:cNvPr id="9" name="Title 3"/>
          <p:cNvSpPr txBox="1">
            <a:spLocks/>
          </p:cNvSpPr>
          <p:nvPr/>
        </p:nvSpPr>
        <p:spPr>
          <a:xfrm>
            <a:off x="2999656" y="5229200"/>
            <a:ext cx="5881845" cy="723468"/>
          </a:xfrm>
          <a:prstGeom prst="rect">
            <a:avLst/>
          </a:prstGeom>
        </p:spPr>
        <p:txBody>
          <a:bodyPr vert="horz" lIns="0" tIns="0" rIns="0" bIns="0" rtlCol="0" anchor="t" anchorCtr="0">
            <a:noAutofit/>
          </a:bodyPr>
          <a:lstStyle>
            <a:lvl1pPr algn="l" defTabSz="606425" rtl="0" eaLnBrk="1" fontAlgn="base" hangingPunct="1">
              <a:spcBef>
                <a:spcPct val="0"/>
              </a:spcBef>
              <a:spcAft>
                <a:spcPct val="0"/>
              </a:spcAft>
              <a:defRPr sz="3600" kern="1200">
                <a:solidFill>
                  <a:schemeClr val="bg1"/>
                </a:solidFill>
                <a:latin typeface="+mj-lt"/>
                <a:ea typeface="ＭＳ Ｐゴシック" charset="0"/>
                <a:cs typeface="ＭＳ Ｐゴシック" charset="0"/>
              </a:defRPr>
            </a:lvl1pPr>
            <a:lvl2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5pPr>
            <a:lvl6pPr marL="609555"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110"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64"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218"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a:lstStyle>
          <a:p>
            <a:pPr>
              <a:lnSpc>
                <a:spcPct val="170000"/>
              </a:lnSpc>
            </a:pPr>
            <a:r>
              <a:rPr lang="en-GB" sz="2000" dirty="0">
                <a:ea typeface="ＭＳ Ｐゴシック"/>
              </a:rPr>
              <a:t>Presented by                 </a:t>
            </a:r>
            <a:r>
              <a:rPr lang="en-US" sz="2000" dirty="0">
                <a:solidFill>
                  <a:schemeClr val="accent6">
                    <a:lumMod val="60000"/>
                    <a:lumOff val="40000"/>
                  </a:schemeClr>
                </a:solidFill>
                <a:ea typeface="ＭＳ Ｐゴシック"/>
              </a:rPr>
              <a:t>Mohammad Hosseinabady, PhD</a:t>
            </a:r>
            <a:endParaRPr lang="en-GB" sz="1800" dirty="0">
              <a:solidFill>
                <a:schemeClr val="accent6">
                  <a:lumMod val="60000"/>
                  <a:lumOff val="40000"/>
                </a:schemeClr>
              </a:solidFill>
            </a:endParaRPr>
          </a:p>
        </p:txBody>
      </p:sp>
      <p:sp>
        <p:nvSpPr>
          <p:cNvPr id="2" name="TextBox 1">
            <a:extLst>
              <a:ext uri="{FF2B5EF4-FFF2-40B4-BE49-F238E27FC236}">
                <a16:creationId xmlns:a16="http://schemas.microsoft.com/office/drawing/2014/main" id="{C01D3F86-40AE-36D9-D24B-0D1CFAECA26F}"/>
              </a:ext>
            </a:extLst>
          </p:cNvPr>
          <p:cNvSpPr txBox="1"/>
          <p:nvPr/>
        </p:nvSpPr>
        <p:spPr>
          <a:xfrm>
            <a:off x="9768408" y="6239066"/>
            <a:ext cx="1893467" cy="400110"/>
          </a:xfrm>
          <a:prstGeom prst="rect">
            <a:avLst/>
          </a:prstGeom>
          <a:noFill/>
        </p:spPr>
        <p:txBody>
          <a:bodyPr wrap="none" rtlCol="0">
            <a:spAutoFit/>
          </a:bodyPr>
          <a:lstStyle/>
          <a:p>
            <a:r>
              <a:rPr lang="en-GB" sz="2000" dirty="0">
                <a:solidFill>
                  <a:srgbClr val="FFFF00"/>
                </a:solidFill>
              </a:rPr>
              <a:t>27 March 2026</a:t>
            </a:r>
          </a:p>
        </p:txBody>
      </p:sp>
      <p:pic>
        <p:nvPicPr>
          <p:cNvPr id="1026" name="Picture 2" descr="The British Computer Society - Accredited Degree">
            <a:extLst>
              <a:ext uri="{FF2B5EF4-FFF2-40B4-BE49-F238E27FC236}">
                <a16:creationId xmlns:a16="http://schemas.microsoft.com/office/drawing/2014/main" id="{4A05AB2D-0650-1A3C-210A-2FBDEA66B4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432" y="2258975"/>
            <a:ext cx="1428750" cy="7048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828FF42-3191-616D-77D0-FD83AE4562A0}"/>
              </a:ext>
            </a:extLst>
          </p:cNvPr>
          <p:cNvSpPr txBox="1"/>
          <p:nvPr/>
        </p:nvSpPr>
        <p:spPr>
          <a:xfrm>
            <a:off x="3935760" y="3709377"/>
            <a:ext cx="7704856" cy="954107"/>
          </a:xfrm>
          <a:prstGeom prst="rect">
            <a:avLst/>
          </a:prstGeom>
          <a:noFill/>
        </p:spPr>
        <p:txBody>
          <a:bodyPr wrap="square">
            <a:spAutoFit/>
          </a:bodyPr>
          <a:lstStyle/>
          <a:p>
            <a:r>
              <a:rPr lang="en-GB" sz="2800" dirty="0">
                <a:solidFill>
                  <a:srgbClr val="FFCCFF"/>
                </a:solidFill>
                <a:ea typeface="ＭＳ Ｐゴシック"/>
              </a:rPr>
              <a:t>Foundations of Computing:</a:t>
            </a:r>
            <a:endParaRPr lang="en-GB" dirty="0"/>
          </a:p>
          <a:p>
            <a:pPr algn="r"/>
            <a:r>
              <a:rPr lang="en-GB" dirty="0"/>
              <a:t> </a:t>
            </a:r>
            <a:r>
              <a:rPr lang="en-US" sz="2800" dirty="0">
                <a:solidFill>
                  <a:srgbClr val="FFFF00"/>
                </a:solidFill>
                <a:ea typeface="ＭＳ Ｐゴシック"/>
              </a:rPr>
              <a:t>Recursion and Fundamental Algorithms</a:t>
            </a:r>
          </a:p>
        </p:txBody>
      </p:sp>
    </p:spTree>
    <p:extLst>
      <p:ext uri="{BB962C8B-B14F-4D97-AF65-F5344CB8AC3E}">
        <p14:creationId xmlns:p14="http://schemas.microsoft.com/office/powerpoint/2010/main" val="38195176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1A93E26-C9DD-8F4A-166A-DEF3C239CB6A}"/>
              </a:ext>
            </a:extLst>
          </p:cNvPr>
          <p:cNvPicPr>
            <a:picLocks noChangeAspect="1"/>
          </p:cNvPicPr>
          <p:nvPr/>
        </p:nvPicPr>
        <p:blipFill>
          <a:blip r:embed="rId2"/>
          <a:stretch>
            <a:fillRect/>
          </a:stretch>
        </p:blipFill>
        <p:spPr>
          <a:xfrm>
            <a:off x="695400" y="692696"/>
            <a:ext cx="7572038" cy="504056"/>
          </a:xfrm>
          <a:prstGeom prst="rect">
            <a:avLst/>
          </a:prstGeom>
        </p:spPr>
      </p:pic>
      <p:sp>
        <p:nvSpPr>
          <p:cNvPr id="14" name="TextBox 13">
            <a:extLst>
              <a:ext uri="{FF2B5EF4-FFF2-40B4-BE49-F238E27FC236}">
                <a16:creationId xmlns:a16="http://schemas.microsoft.com/office/drawing/2014/main" id="{A40EF06C-D9D7-C3B6-D583-FABDDB605BE3}"/>
              </a:ext>
            </a:extLst>
          </p:cNvPr>
          <p:cNvSpPr txBox="1"/>
          <p:nvPr/>
        </p:nvSpPr>
        <p:spPr>
          <a:xfrm>
            <a:off x="1127448" y="1628800"/>
            <a:ext cx="1584176" cy="369332"/>
          </a:xfrm>
          <a:prstGeom prst="rect">
            <a:avLst/>
          </a:prstGeom>
          <a:noFill/>
        </p:spPr>
        <p:txBody>
          <a:bodyPr wrap="square">
            <a:spAutoFit/>
          </a:bodyPr>
          <a:lstStyle/>
          <a:p>
            <a:r>
              <a:rPr lang="en-GB" b="1" i="0" dirty="0">
                <a:solidFill>
                  <a:srgbClr val="1A3561"/>
                </a:solidFill>
                <a:effectLst/>
                <a:latin typeface="Source Sans Pro" panose="020B0503030403020204" pitchFamily="34" charset="0"/>
              </a:rPr>
              <a:t>palindrome</a:t>
            </a:r>
            <a:endParaRPr lang="en-GB" dirty="0"/>
          </a:p>
        </p:txBody>
      </p:sp>
      <p:sp>
        <p:nvSpPr>
          <p:cNvPr id="16" name="TextBox 15">
            <a:extLst>
              <a:ext uri="{FF2B5EF4-FFF2-40B4-BE49-F238E27FC236}">
                <a16:creationId xmlns:a16="http://schemas.microsoft.com/office/drawing/2014/main" id="{A21BF272-18DE-D845-B932-0BA34FDA2CB7}"/>
              </a:ext>
            </a:extLst>
          </p:cNvPr>
          <p:cNvSpPr txBox="1"/>
          <p:nvPr/>
        </p:nvSpPr>
        <p:spPr>
          <a:xfrm>
            <a:off x="2495600" y="1674966"/>
            <a:ext cx="7572038" cy="646331"/>
          </a:xfrm>
          <a:prstGeom prst="rect">
            <a:avLst/>
          </a:prstGeom>
          <a:noFill/>
        </p:spPr>
        <p:txBody>
          <a:bodyPr wrap="square">
            <a:spAutoFit/>
          </a:bodyPr>
          <a:lstStyle/>
          <a:p>
            <a:r>
              <a:rPr lang="en-GB" b="0" i="0" dirty="0">
                <a:solidFill>
                  <a:srgbClr val="333333"/>
                </a:solidFill>
                <a:effectLst/>
                <a:latin typeface="Source Sans Pro" panose="020B0503030403020204" pitchFamily="34" charset="0"/>
              </a:rPr>
              <a:t>a word or phrase that reads the same backwards as forwards, for example </a:t>
            </a:r>
            <a:r>
              <a:rPr lang="en-GB" b="0" i="1" dirty="0">
                <a:solidFill>
                  <a:schemeClr val="accent2">
                    <a:lumMod val="50000"/>
                  </a:schemeClr>
                </a:solidFill>
                <a:effectLst/>
                <a:latin typeface="Source Sans Pro" panose="020B0503030403020204" pitchFamily="34" charset="0"/>
              </a:rPr>
              <a:t>madam</a:t>
            </a:r>
            <a:r>
              <a:rPr lang="en-GB" b="0" i="0" dirty="0">
                <a:solidFill>
                  <a:srgbClr val="333333"/>
                </a:solidFill>
                <a:effectLst/>
                <a:latin typeface="Source Sans Pro" panose="020B0503030403020204" pitchFamily="34" charset="0"/>
              </a:rPr>
              <a:t> or </a:t>
            </a:r>
            <a:r>
              <a:rPr lang="en-GB" b="0" i="1" dirty="0">
                <a:solidFill>
                  <a:srgbClr val="FF0000"/>
                </a:solidFill>
                <a:effectLst/>
                <a:latin typeface="Source Sans Pro" panose="020B0503030403020204" pitchFamily="34" charset="0"/>
              </a:rPr>
              <a:t>nurses run</a:t>
            </a:r>
            <a:endParaRPr lang="en-GB" dirty="0">
              <a:solidFill>
                <a:srgbClr val="FF0000"/>
              </a:solidFill>
            </a:endParaRPr>
          </a:p>
        </p:txBody>
      </p:sp>
      <p:pic>
        <p:nvPicPr>
          <p:cNvPr id="24" name="Picture 23">
            <a:extLst>
              <a:ext uri="{FF2B5EF4-FFF2-40B4-BE49-F238E27FC236}">
                <a16:creationId xmlns:a16="http://schemas.microsoft.com/office/drawing/2014/main" id="{9A5E7089-03DC-42CC-D190-7590722DE90E}"/>
              </a:ext>
            </a:extLst>
          </p:cNvPr>
          <p:cNvPicPr>
            <a:picLocks noChangeAspect="1"/>
          </p:cNvPicPr>
          <p:nvPr/>
        </p:nvPicPr>
        <p:blipFill>
          <a:blip r:embed="rId3"/>
          <a:stretch>
            <a:fillRect/>
          </a:stretch>
        </p:blipFill>
        <p:spPr>
          <a:xfrm>
            <a:off x="1477880" y="2799511"/>
            <a:ext cx="9236240" cy="2949196"/>
          </a:xfrm>
          <a:prstGeom prst="rect">
            <a:avLst/>
          </a:prstGeom>
        </p:spPr>
      </p:pic>
    </p:spTree>
    <p:extLst>
      <p:ext uri="{BB962C8B-B14F-4D97-AF65-F5344CB8AC3E}">
        <p14:creationId xmlns:p14="http://schemas.microsoft.com/office/powerpoint/2010/main" val="2805464956"/>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0F12A-AADF-03B4-18B1-F67DD8E4F73C}"/>
              </a:ext>
            </a:extLst>
          </p:cNvPr>
          <p:cNvSpPr>
            <a:spLocks noGrp="1"/>
          </p:cNvSpPr>
          <p:nvPr>
            <p:ph type="title"/>
          </p:nvPr>
        </p:nvSpPr>
        <p:spPr>
          <a:xfrm>
            <a:off x="983432" y="332655"/>
            <a:ext cx="9937104" cy="793585"/>
          </a:xfrm>
        </p:spPr>
        <p:txBody>
          <a:bodyPr/>
          <a:lstStyle/>
          <a:p>
            <a:r>
              <a:rPr lang="en-GB" dirty="0" err="1"/>
              <a:t>is_palindrome</a:t>
            </a:r>
            <a:r>
              <a:rPr lang="en-GB" b="1" dirty="0">
                <a:solidFill>
                  <a:srgbClr val="1A3561"/>
                </a:solidFill>
                <a:latin typeface="Source Sans Pro" panose="020B0503030403020204" pitchFamily="34" charset="0"/>
              </a:rPr>
              <a:t> function in Python</a:t>
            </a:r>
            <a:endParaRPr lang="en-GB" dirty="0"/>
          </a:p>
        </p:txBody>
      </p:sp>
      <p:sp>
        <p:nvSpPr>
          <p:cNvPr id="10" name="TextBox 9">
            <a:extLst>
              <a:ext uri="{FF2B5EF4-FFF2-40B4-BE49-F238E27FC236}">
                <a16:creationId xmlns:a16="http://schemas.microsoft.com/office/drawing/2014/main" id="{77D1569E-5BB2-055F-F14E-58A9DB6F56D3}"/>
              </a:ext>
            </a:extLst>
          </p:cNvPr>
          <p:cNvSpPr txBox="1"/>
          <p:nvPr/>
        </p:nvSpPr>
        <p:spPr>
          <a:xfrm>
            <a:off x="983432" y="2564904"/>
            <a:ext cx="184731" cy="369332"/>
          </a:xfrm>
          <a:prstGeom prst="rect">
            <a:avLst/>
          </a:prstGeom>
          <a:noFill/>
        </p:spPr>
        <p:txBody>
          <a:bodyPr wrap="none" rtlCol="0">
            <a:spAutoFit/>
          </a:bodyPr>
          <a:lstStyle/>
          <a:p>
            <a:endParaRPr lang="en-GB" dirty="0"/>
          </a:p>
        </p:txBody>
      </p:sp>
      <p:sp>
        <p:nvSpPr>
          <p:cNvPr id="12" name="TextBox 11">
            <a:extLst>
              <a:ext uri="{FF2B5EF4-FFF2-40B4-BE49-F238E27FC236}">
                <a16:creationId xmlns:a16="http://schemas.microsoft.com/office/drawing/2014/main" id="{1E09EC52-777B-8455-D5FF-09C2914A7EFD}"/>
              </a:ext>
            </a:extLst>
          </p:cNvPr>
          <p:cNvSpPr txBox="1"/>
          <p:nvPr/>
        </p:nvSpPr>
        <p:spPr>
          <a:xfrm>
            <a:off x="695400" y="1126240"/>
            <a:ext cx="8064896" cy="5016758"/>
          </a:xfrm>
          <a:prstGeom prst="rect">
            <a:avLst/>
          </a:prstGeom>
          <a:noFill/>
        </p:spPr>
        <p:txBody>
          <a:bodyPr wrap="square">
            <a:spAutoFit/>
          </a:bodyPr>
          <a:lstStyle/>
          <a:p>
            <a:r>
              <a:rPr lang="en-GB" sz="1600" dirty="0">
                <a:solidFill>
                  <a:srgbClr val="FF0000"/>
                </a:solidFill>
              </a:rPr>
              <a:t>def</a:t>
            </a:r>
            <a:r>
              <a:rPr lang="en-GB" sz="1600" dirty="0"/>
              <a:t> </a:t>
            </a:r>
            <a:r>
              <a:rPr lang="en-GB" sz="1600" dirty="0" err="1"/>
              <a:t>is_palindrome</a:t>
            </a:r>
            <a:r>
              <a:rPr lang="en-GB" sz="1600" dirty="0"/>
              <a:t>(s):</a:t>
            </a:r>
          </a:p>
          <a:p>
            <a:r>
              <a:rPr lang="en-GB" sz="1600" dirty="0"/>
              <a:t>    </a:t>
            </a:r>
            <a:r>
              <a:rPr lang="en-GB" sz="1600" dirty="0" err="1"/>
              <a:t>slen</a:t>
            </a:r>
            <a:r>
              <a:rPr lang="en-GB" sz="1600" dirty="0"/>
              <a:t> = </a:t>
            </a:r>
            <a:r>
              <a:rPr lang="en-GB" sz="1600" dirty="0" err="1"/>
              <a:t>len</a:t>
            </a:r>
            <a:r>
              <a:rPr lang="en-GB" sz="1600" dirty="0"/>
              <a:t>(s)</a:t>
            </a:r>
          </a:p>
          <a:p>
            <a:endParaRPr lang="en-GB" sz="1600" dirty="0"/>
          </a:p>
          <a:p>
            <a:r>
              <a:rPr lang="en-GB" sz="1600" dirty="0"/>
              <a:t>    # </a:t>
            </a:r>
            <a:r>
              <a:rPr lang="en-GB" sz="1600" i="1" dirty="0"/>
              <a:t>Base case: a null string or a single char is a palindrome</a:t>
            </a:r>
          </a:p>
          <a:p>
            <a:r>
              <a:rPr lang="en-GB" sz="1600" dirty="0"/>
              <a:t>    </a:t>
            </a:r>
            <a:r>
              <a:rPr lang="en-GB" sz="1600" dirty="0">
                <a:solidFill>
                  <a:srgbClr val="FF0000"/>
                </a:solidFill>
              </a:rPr>
              <a:t>if</a:t>
            </a:r>
            <a:r>
              <a:rPr lang="en-GB" sz="1600" dirty="0"/>
              <a:t> </a:t>
            </a:r>
            <a:r>
              <a:rPr lang="en-GB" sz="1600" dirty="0" err="1"/>
              <a:t>slen</a:t>
            </a:r>
            <a:r>
              <a:rPr lang="en-GB" sz="1600" dirty="0"/>
              <a:t> == </a:t>
            </a:r>
            <a:r>
              <a:rPr lang="en-GB" sz="1600" dirty="0">
                <a:solidFill>
                  <a:srgbClr val="7030A0"/>
                </a:solidFill>
              </a:rPr>
              <a:t>0</a:t>
            </a:r>
            <a:r>
              <a:rPr lang="en-GB" sz="1600" dirty="0"/>
              <a:t> or </a:t>
            </a:r>
            <a:r>
              <a:rPr lang="en-GB" sz="1600" dirty="0" err="1"/>
              <a:t>slen</a:t>
            </a:r>
            <a:r>
              <a:rPr lang="en-GB" sz="1600" dirty="0"/>
              <a:t> == </a:t>
            </a:r>
            <a:r>
              <a:rPr lang="en-GB" sz="1600" dirty="0">
                <a:solidFill>
                  <a:srgbClr val="7030A0"/>
                </a:solidFill>
              </a:rPr>
              <a:t>1</a:t>
            </a:r>
            <a:r>
              <a:rPr lang="en-GB" sz="1600" dirty="0"/>
              <a:t>:</a:t>
            </a:r>
          </a:p>
          <a:p>
            <a:r>
              <a:rPr lang="en-GB" sz="1600" dirty="0"/>
              <a:t>        </a:t>
            </a:r>
            <a:r>
              <a:rPr lang="en-GB" sz="1600" dirty="0">
                <a:solidFill>
                  <a:srgbClr val="FF0000"/>
                </a:solidFill>
              </a:rPr>
              <a:t>return</a:t>
            </a:r>
            <a:r>
              <a:rPr lang="en-GB" sz="1600" dirty="0"/>
              <a:t> </a:t>
            </a:r>
            <a:r>
              <a:rPr lang="en-GB" sz="1600" dirty="0">
                <a:solidFill>
                  <a:srgbClr val="7030A0"/>
                </a:solidFill>
              </a:rPr>
              <a:t>True</a:t>
            </a:r>
          </a:p>
          <a:p>
            <a:r>
              <a:rPr lang="en-GB" sz="1600" dirty="0"/>
              <a:t>    </a:t>
            </a:r>
          </a:p>
          <a:p>
            <a:r>
              <a:rPr lang="en-GB" sz="1600" dirty="0"/>
              <a:t>    # </a:t>
            </a:r>
            <a:r>
              <a:rPr lang="en-GB" sz="1600" i="1" dirty="0"/>
              <a:t>First and last characters</a:t>
            </a:r>
          </a:p>
          <a:p>
            <a:r>
              <a:rPr lang="en-GB" sz="1600" dirty="0"/>
              <a:t>    </a:t>
            </a:r>
            <a:r>
              <a:rPr lang="en-GB" sz="1600" dirty="0" err="1"/>
              <a:t>char_first</a:t>
            </a:r>
            <a:r>
              <a:rPr lang="en-GB" sz="1600" dirty="0"/>
              <a:t> = s[</a:t>
            </a:r>
            <a:r>
              <a:rPr lang="en-GB" sz="1600" dirty="0">
                <a:solidFill>
                  <a:srgbClr val="7030A0"/>
                </a:solidFill>
              </a:rPr>
              <a:t>0</a:t>
            </a:r>
            <a:r>
              <a:rPr lang="en-GB" sz="1600" dirty="0"/>
              <a:t>]</a:t>
            </a:r>
          </a:p>
          <a:p>
            <a:r>
              <a:rPr lang="en-GB" sz="1600" dirty="0"/>
              <a:t>    </a:t>
            </a:r>
            <a:r>
              <a:rPr lang="en-GB" sz="1600" dirty="0" err="1"/>
              <a:t>char_last</a:t>
            </a:r>
            <a:r>
              <a:rPr lang="en-GB" sz="1600" dirty="0"/>
              <a:t> = s</a:t>
            </a:r>
            <a:r>
              <a:rPr lang="en-GB" sz="1600" dirty="0">
                <a:solidFill>
                  <a:srgbClr val="7030A0"/>
                </a:solidFill>
              </a:rPr>
              <a:t>[-1</a:t>
            </a:r>
            <a:r>
              <a:rPr lang="en-GB" sz="1600" dirty="0"/>
              <a:t>] # </a:t>
            </a:r>
            <a:r>
              <a:rPr lang="en-GB" sz="1600" i="1" dirty="0"/>
              <a:t>s[-1] is a Pythonic way to get the last element</a:t>
            </a:r>
          </a:p>
          <a:p>
            <a:r>
              <a:rPr lang="en-GB" sz="1600" dirty="0"/>
              <a:t>    </a:t>
            </a:r>
          </a:p>
          <a:p>
            <a:r>
              <a:rPr lang="en-GB" sz="1600" dirty="0"/>
              <a:t>    # </a:t>
            </a:r>
            <a:r>
              <a:rPr lang="en-GB" sz="1600" i="1" dirty="0"/>
              <a:t>If they don't match, it can't be a palindrome</a:t>
            </a:r>
          </a:p>
          <a:p>
            <a:r>
              <a:rPr lang="en-GB" sz="1600" dirty="0"/>
              <a:t>    </a:t>
            </a:r>
            <a:r>
              <a:rPr lang="en-GB" sz="1600" dirty="0">
                <a:solidFill>
                  <a:srgbClr val="FF0000"/>
                </a:solidFill>
              </a:rPr>
              <a:t>if</a:t>
            </a:r>
            <a:r>
              <a:rPr lang="en-GB" sz="1600" dirty="0"/>
              <a:t> </a:t>
            </a:r>
            <a:r>
              <a:rPr lang="en-GB" sz="1600" dirty="0" err="1"/>
              <a:t>char_first</a:t>
            </a:r>
            <a:r>
              <a:rPr lang="en-GB" sz="1600" dirty="0"/>
              <a:t> != </a:t>
            </a:r>
            <a:r>
              <a:rPr lang="en-GB" sz="1600" dirty="0" err="1"/>
              <a:t>char_last</a:t>
            </a:r>
            <a:r>
              <a:rPr lang="en-GB" sz="1600" dirty="0"/>
              <a:t>:</a:t>
            </a:r>
          </a:p>
          <a:p>
            <a:r>
              <a:rPr lang="en-GB" sz="1600" dirty="0"/>
              <a:t>        </a:t>
            </a:r>
            <a:r>
              <a:rPr lang="en-GB" sz="1600" dirty="0">
                <a:solidFill>
                  <a:srgbClr val="FF0000"/>
                </a:solidFill>
              </a:rPr>
              <a:t>return</a:t>
            </a:r>
            <a:r>
              <a:rPr lang="en-GB" sz="1600" dirty="0"/>
              <a:t> </a:t>
            </a:r>
            <a:r>
              <a:rPr lang="en-GB" sz="1600" dirty="0">
                <a:solidFill>
                  <a:srgbClr val="7030A0"/>
                </a:solidFill>
              </a:rPr>
              <a:t>False</a:t>
            </a:r>
          </a:p>
          <a:p>
            <a:r>
              <a:rPr lang="en-GB" sz="1600" dirty="0"/>
              <a:t>    </a:t>
            </a:r>
          </a:p>
          <a:p>
            <a:r>
              <a:rPr lang="en-GB" sz="1600" dirty="0"/>
              <a:t>    # </a:t>
            </a:r>
            <a:r>
              <a:rPr lang="en-GB" sz="1600" i="1" dirty="0"/>
              <a:t>"the bit in the middle"</a:t>
            </a:r>
          </a:p>
          <a:p>
            <a:r>
              <a:rPr lang="en-GB" sz="1600" dirty="0"/>
              <a:t>    # </a:t>
            </a:r>
            <a:r>
              <a:rPr lang="en-GB" sz="1600" i="1" dirty="0"/>
              <a:t>s[1:-1] takes everything from index 1 up to (but not including) the last index</a:t>
            </a:r>
          </a:p>
          <a:p>
            <a:r>
              <a:rPr lang="en-GB" sz="1600" dirty="0"/>
              <a:t>    rest = s[</a:t>
            </a:r>
            <a:r>
              <a:rPr lang="en-GB" sz="1600" dirty="0">
                <a:solidFill>
                  <a:srgbClr val="7030A0"/>
                </a:solidFill>
              </a:rPr>
              <a:t>1</a:t>
            </a:r>
            <a:r>
              <a:rPr lang="en-GB" sz="1600" dirty="0"/>
              <a:t>:-1]</a:t>
            </a:r>
          </a:p>
          <a:p>
            <a:r>
              <a:rPr lang="en-GB" sz="1600" dirty="0"/>
              <a:t>    </a:t>
            </a:r>
          </a:p>
          <a:p>
            <a:r>
              <a:rPr lang="en-GB" sz="1600" dirty="0"/>
              <a:t>    </a:t>
            </a:r>
            <a:r>
              <a:rPr lang="en-GB" sz="1600" dirty="0">
                <a:solidFill>
                  <a:srgbClr val="FF0000"/>
                </a:solidFill>
              </a:rPr>
              <a:t>return</a:t>
            </a:r>
            <a:r>
              <a:rPr lang="en-GB" sz="1600" dirty="0"/>
              <a:t> </a:t>
            </a:r>
            <a:r>
              <a:rPr lang="en-GB" sz="1600" dirty="0" err="1"/>
              <a:t>is_palindrome</a:t>
            </a:r>
            <a:r>
              <a:rPr lang="en-GB" sz="1600" dirty="0"/>
              <a:t>(rest)</a:t>
            </a:r>
          </a:p>
        </p:txBody>
      </p:sp>
    </p:spTree>
    <p:extLst>
      <p:ext uri="{BB962C8B-B14F-4D97-AF65-F5344CB8AC3E}">
        <p14:creationId xmlns:p14="http://schemas.microsoft.com/office/powerpoint/2010/main" val="506651916"/>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61EC4-8CBA-D803-996F-98D70F5A0D42}"/>
              </a:ext>
            </a:extLst>
          </p:cNvPr>
          <p:cNvSpPr>
            <a:spLocks noGrp="1"/>
          </p:cNvSpPr>
          <p:nvPr>
            <p:ph type="title"/>
          </p:nvPr>
        </p:nvSpPr>
        <p:spPr/>
        <p:txBody>
          <a:bodyPr/>
          <a:lstStyle/>
          <a:p>
            <a:endParaRPr lang="en-GB"/>
          </a:p>
        </p:txBody>
      </p:sp>
      <p:sp>
        <p:nvSpPr>
          <p:cNvPr id="6" name="TextBox 5">
            <a:extLst>
              <a:ext uri="{FF2B5EF4-FFF2-40B4-BE49-F238E27FC236}">
                <a16:creationId xmlns:a16="http://schemas.microsoft.com/office/drawing/2014/main" id="{A0BE4197-A9C2-C459-4E7B-ABE338503E55}"/>
              </a:ext>
            </a:extLst>
          </p:cNvPr>
          <p:cNvSpPr txBox="1"/>
          <p:nvPr/>
        </p:nvSpPr>
        <p:spPr>
          <a:xfrm>
            <a:off x="1199454" y="1916832"/>
            <a:ext cx="9073010" cy="3139321"/>
          </a:xfrm>
          <a:prstGeom prst="rect">
            <a:avLst/>
          </a:prstGeom>
          <a:noFill/>
        </p:spPr>
        <p:txBody>
          <a:bodyPr wrap="square">
            <a:spAutoFit/>
          </a:bodyPr>
          <a:lstStyle/>
          <a:p>
            <a:r>
              <a:rPr lang="en-GB" dirty="0"/>
              <a:t># Test cases</a:t>
            </a:r>
          </a:p>
          <a:p>
            <a:r>
              <a:rPr lang="en-GB" dirty="0" err="1"/>
              <a:t>test_words</a:t>
            </a:r>
            <a:r>
              <a:rPr lang="en-GB" dirty="0"/>
              <a:t> = ["</a:t>
            </a:r>
            <a:r>
              <a:rPr lang="en-GB" dirty="0">
                <a:solidFill>
                  <a:srgbClr val="0070C0"/>
                </a:solidFill>
              </a:rPr>
              <a:t>radar</a:t>
            </a:r>
            <a:r>
              <a:rPr lang="en-GB" dirty="0"/>
              <a:t>", "</a:t>
            </a:r>
            <a:r>
              <a:rPr lang="en-GB" dirty="0">
                <a:solidFill>
                  <a:srgbClr val="0070C0"/>
                </a:solidFill>
              </a:rPr>
              <a:t>hello</a:t>
            </a:r>
            <a:r>
              <a:rPr lang="en-GB" dirty="0"/>
              <a:t>", "</a:t>
            </a:r>
            <a:r>
              <a:rPr lang="en-GB" dirty="0">
                <a:solidFill>
                  <a:srgbClr val="0070C0"/>
                </a:solidFill>
              </a:rPr>
              <a:t>level</a:t>
            </a:r>
            <a:r>
              <a:rPr lang="en-GB" dirty="0"/>
              <a:t>", "</a:t>
            </a:r>
            <a:r>
              <a:rPr lang="en-GB" dirty="0">
                <a:solidFill>
                  <a:srgbClr val="0070C0"/>
                </a:solidFill>
              </a:rPr>
              <a:t>step</a:t>
            </a:r>
            <a:r>
              <a:rPr lang="en-GB" dirty="0"/>
              <a:t> </a:t>
            </a:r>
            <a:r>
              <a:rPr lang="en-GB" dirty="0">
                <a:solidFill>
                  <a:srgbClr val="0070C0"/>
                </a:solidFill>
              </a:rPr>
              <a:t>on</a:t>
            </a:r>
            <a:r>
              <a:rPr lang="en-GB" dirty="0"/>
              <a:t> </a:t>
            </a:r>
            <a:r>
              <a:rPr lang="en-GB" dirty="0">
                <a:solidFill>
                  <a:srgbClr val="0070C0"/>
                </a:solidFill>
              </a:rPr>
              <a:t>no</a:t>
            </a:r>
            <a:r>
              <a:rPr lang="en-GB" dirty="0"/>
              <a:t> </a:t>
            </a:r>
            <a:r>
              <a:rPr lang="en-GB" dirty="0">
                <a:solidFill>
                  <a:srgbClr val="0070C0"/>
                </a:solidFill>
              </a:rPr>
              <a:t>pets</a:t>
            </a:r>
            <a:r>
              <a:rPr lang="en-GB" dirty="0"/>
              <a:t>", "</a:t>
            </a:r>
            <a:r>
              <a:rPr lang="en-GB" dirty="0">
                <a:solidFill>
                  <a:srgbClr val="0070C0"/>
                </a:solidFill>
              </a:rPr>
              <a:t>python</a:t>
            </a:r>
            <a:r>
              <a:rPr lang="en-GB" dirty="0"/>
              <a:t>"]</a:t>
            </a:r>
          </a:p>
          <a:p>
            <a:r>
              <a:rPr lang="en-GB" dirty="0"/>
              <a:t>    </a:t>
            </a:r>
          </a:p>
          <a:p>
            <a:r>
              <a:rPr lang="en-GB" dirty="0">
                <a:solidFill>
                  <a:srgbClr val="FF0000"/>
                </a:solidFill>
              </a:rPr>
              <a:t>print</a:t>
            </a:r>
            <a:r>
              <a:rPr lang="en-GB" dirty="0"/>
              <a:t>("</a:t>
            </a:r>
            <a:r>
              <a:rPr lang="en-GB" dirty="0">
                <a:solidFill>
                  <a:srgbClr val="0070C0"/>
                </a:solidFill>
              </a:rPr>
              <a:t>Palindrome Check:</a:t>
            </a:r>
            <a:r>
              <a:rPr lang="en-GB" dirty="0"/>
              <a:t>")</a:t>
            </a:r>
          </a:p>
          <a:p>
            <a:r>
              <a:rPr lang="en-GB" dirty="0">
                <a:solidFill>
                  <a:srgbClr val="FF0000"/>
                </a:solidFill>
              </a:rPr>
              <a:t>print</a:t>
            </a:r>
            <a:r>
              <a:rPr lang="en-GB" dirty="0"/>
              <a:t>("-" * </a:t>
            </a:r>
            <a:r>
              <a:rPr lang="en-GB" dirty="0">
                <a:solidFill>
                  <a:srgbClr val="7030A0"/>
                </a:solidFill>
              </a:rPr>
              <a:t>20</a:t>
            </a:r>
            <a:r>
              <a:rPr lang="en-GB" dirty="0"/>
              <a:t>)</a:t>
            </a:r>
          </a:p>
          <a:p>
            <a:r>
              <a:rPr lang="en-GB" dirty="0"/>
              <a:t>    </a:t>
            </a:r>
          </a:p>
          <a:p>
            <a:r>
              <a:rPr lang="en-GB" dirty="0">
                <a:solidFill>
                  <a:srgbClr val="FF0000"/>
                </a:solidFill>
              </a:rPr>
              <a:t>for</a:t>
            </a:r>
            <a:r>
              <a:rPr lang="en-GB" dirty="0"/>
              <a:t> word in </a:t>
            </a:r>
            <a:r>
              <a:rPr lang="en-GB" dirty="0" err="1"/>
              <a:t>test_words</a:t>
            </a:r>
            <a:r>
              <a:rPr lang="en-GB" dirty="0"/>
              <a:t>:</a:t>
            </a:r>
          </a:p>
          <a:p>
            <a:r>
              <a:rPr lang="en-GB" dirty="0"/>
              <a:t>    # We use .replace(" ", "") to handle phrases with spaces if needed</a:t>
            </a:r>
          </a:p>
          <a:p>
            <a:r>
              <a:rPr lang="en-GB" dirty="0"/>
              <a:t>    result = </a:t>
            </a:r>
            <a:r>
              <a:rPr lang="en-GB" dirty="0" err="1"/>
              <a:t>is_palindrome</a:t>
            </a:r>
            <a:r>
              <a:rPr lang="en-GB" dirty="0"/>
              <a:t>(</a:t>
            </a:r>
            <a:r>
              <a:rPr lang="en-GB" dirty="0" err="1"/>
              <a:t>word.replace</a:t>
            </a:r>
            <a:r>
              <a:rPr lang="en-GB" dirty="0"/>
              <a:t>(" ", ""))</a:t>
            </a:r>
          </a:p>
          <a:p>
            <a:r>
              <a:rPr lang="en-GB" dirty="0"/>
              <a:t>    status = "</a:t>
            </a:r>
            <a:r>
              <a:rPr lang="en-GB" dirty="0">
                <a:solidFill>
                  <a:srgbClr val="0070C0"/>
                </a:solidFill>
              </a:rPr>
              <a:t>Yes</a:t>
            </a:r>
            <a:r>
              <a:rPr lang="en-GB" dirty="0"/>
              <a:t>" if result else "No"</a:t>
            </a:r>
          </a:p>
          <a:p>
            <a:r>
              <a:rPr lang="en-GB" dirty="0"/>
              <a:t>    </a:t>
            </a:r>
            <a:r>
              <a:rPr lang="en-GB" dirty="0">
                <a:solidFill>
                  <a:srgbClr val="FF0000"/>
                </a:solidFill>
              </a:rPr>
              <a:t>print</a:t>
            </a:r>
            <a:r>
              <a:rPr lang="en-GB" dirty="0"/>
              <a:t>(</a:t>
            </a:r>
            <a:r>
              <a:rPr lang="en-GB" dirty="0" err="1"/>
              <a:t>f"</a:t>
            </a:r>
            <a:r>
              <a:rPr lang="en-GB" dirty="0" err="1">
                <a:solidFill>
                  <a:srgbClr val="0070C0"/>
                </a:solidFill>
              </a:rPr>
              <a:t>Is</a:t>
            </a:r>
            <a:r>
              <a:rPr lang="en-GB" dirty="0"/>
              <a:t> '{word}' </a:t>
            </a:r>
            <a:r>
              <a:rPr lang="en-GB" dirty="0">
                <a:solidFill>
                  <a:srgbClr val="0070C0"/>
                </a:solidFill>
              </a:rPr>
              <a:t>a palindrome?</a:t>
            </a:r>
            <a:r>
              <a:rPr lang="en-GB" dirty="0"/>
              <a:t> {status}")</a:t>
            </a:r>
          </a:p>
        </p:txBody>
      </p:sp>
    </p:spTree>
    <p:extLst>
      <p:ext uri="{BB962C8B-B14F-4D97-AF65-F5344CB8AC3E}">
        <p14:creationId xmlns:p14="http://schemas.microsoft.com/office/powerpoint/2010/main" val="1370432653"/>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476A0-6870-3760-30D4-7A36B7F2258A}"/>
              </a:ext>
            </a:extLst>
          </p:cNvPr>
          <p:cNvSpPr>
            <a:spLocks noGrp="1"/>
          </p:cNvSpPr>
          <p:nvPr>
            <p:ph type="title"/>
          </p:nvPr>
        </p:nvSpPr>
        <p:spPr/>
        <p:txBody>
          <a:bodyPr/>
          <a:lstStyle/>
          <a:p>
            <a:r>
              <a:rPr lang="en-GB" dirty="0"/>
              <a:t>Answer</a:t>
            </a:r>
          </a:p>
        </p:txBody>
      </p:sp>
      <p:sp>
        <p:nvSpPr>
          <p:cNvPr id="4" name="TextBox 3">
            <a:extLst>
              <a:ext uri="{FF2B5EF4-FFF2-40B4-BE49-F238E27FC236}">
                <a16:creationId xmlns:a16="http://schemas.microsoft.com/office/drawing/2014/main" id="{CB57AC3E-9483-FE60-A4AB-F35480516A4B}"/>
              </a:ext>
            </a:extLst>
          </p:cNvPr>
          <p:cNvSpPr txBox="1"/>
          <p:nvPr/>
        </p:nvSpPr>
        <p:spPr>
          <a:xfrm>
            <a:off x="1127448" y="2132856"/>
            <a:ext cx="9793090" cy="1200329"/>
          </a:xfrm>
          <a:prstGeom prst="rect">
            <a:avLst/>
          </a:prstGeom>
          <a:noFill/>
        </p:spPr>
        <p:txBody>
          <a:bodyPr wrap="square">
            <a:spAutoFit/>
          </a:bodyPr>
          <a:lstStyle/>
          <a:p>
            <a:r>
              <a:rPr lang="en-GB" dirty="0"/>
              <a:t>In every recursive call, we pass a shorter string, so, the size of string will eventually reduce to ‘1‘ or ‘0‘. </a:t>
            </a:r>
          </a:p>
          <a:p>
            <a:endParaRPr lang="en-GB" dirty="0"/>
          </a:p>
          <a:p>
            <a:r>
              <a:rPr lang="en-GB" dirty="0"/>
              <a:t>When this happens program will stop (at the first line </a:t>
            </a:r>
            <a:r>
              <a:rPr lang="en-GB" i="1" dirty="0">
                <a:solidFill>
                  <a:srgbClr val="C00000"/>
                </a:solidFill>
              </a:rPr>
              <a:t>if</a:t>
            </a:r>
            <a:r>
              <a:rPr lang="en-GB" i="1" dirty="0"/>
              <a:t>(</a:t>
            </a:r>
            <a:r>
              <a:rPr lang="en-GB" i="1" dirty="0" err="1"/>
              <a:t>slen</a:t>
            </a:r>
            <a:r>
              <a:rPr lang="en-GB" i="1" dirty="0"/>
              <a:t>==0 or </a:t>
            </a:r>
            <a:r>
              <a:rPr lang="en-GB" i="1" dirty="0" err="1"/>
              <a:t>slen</a:t>
            </a:r>
            <a:r>
              <a:rPr lang="en-GB" i="1" dirty="0"/>
              <a:t>==1) </a:t>
            </a:r>
            <a:r>
              <a:rPr lang="en-GB" dirty="0"/>
              <a:t>...).</a:t>
            </a:r>
          </a:p>
        </p:txBody>
      </p:sp>
    </p:spTree>
    <p:extLst>
      <p:ext uri="{BB962C8B-B14F-4D97-AF65-F5344CB8AC3E}">
        <p14:creationId xmlns:p14="http://schemas.microsoft.com/office/powerpoint/2010/main" val="3264243268"/>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77739E-9C6F-2706-65E5-77FFCFFE9924}"/>
              </a:ext>
            </a:extLst>
          </p:cNvPr>
          <p:cNvPicPr>
            <a:picLocks noChangeAspect="1"/>
          </p:cNvPicPr>
          <p:nvPr/>
        </p:nvPicPr>
        <p:blipFill>
          <a:blip r:embed="rId2"/>
          <a:srcRect b="25000"/>
          <a:stretch>
            <a:fillRect/>
          </a:stretch>
        </p:blipFill>
        <p:spPr>
          <a:xfrm>
            <a:off x="695400" y="476672"/>
            <a:ext cx="8577722" cy="1440160"/>
          </a:xfrm>
          <a:prstGeom prst="rect">
            <a:avLst/>
          </a:prstGeom>
        </p:spPr>
      </p:pic>
      <p:sp>
        <p:nvSpPr>
          <p:cNvPr id="8" name="TextBox 7">
            <a:extLst>
              <a:ext uri="{FF2B5EF4-FFF2-40B4-BE49-F238E27FC236}">
                <a16:creationId xmlns:a16="http://schemas.microsoft.com/office/drawing/2014/main" id="{3F292BC8-8C51-847F-C996-02D7280A8243}"/>
              </a:ext>
            </a:extLst>
          </p:cNvPr>
          <p:cNvSpPr txBox="1"/>
          <p:nvPr/>
        </p:nvSpPr>
        <p:spPr>
          <a:xfrm>
            <a:off x="1343472" y="2132856"/>
            <a:ext cx="8208912" cy="3693319"/>
          </a:xfrm>
          <a:prstGeom prst="rect">
            <a:avLst/>
          </a:prstGeom>
          <a:noFill/>
        </p:spPr>
        <p:txBody>
          <a:bodyPr wrap="square">
            <a:spAutoFit/>
          </a:bodyPr>
          <a:lstStyle/>
          <a:p>
            <a:r>
              <a:rPr lang="en-GB" dirty="0">
                <a:solidFill>
                  <a:srgbClr val="FF0000"/>
                </a:solidFill>
              </a:rPr>
              <a:t>def</a:t>
            </a:r>
            <a:r>
              <a:rPr lang="en-GB" dirty="0"/>
              <a:t> </a:t>
            </a:r>
            <a:r>
              <a:rPr lang="en-GB" dirty="0" err="1"/>
              <a:t>pow_recursive</a:t>
            </a:r>
            <a:r>
              <a:rPr lang="en-GB" dirty="0"/>
              <a:t>(x, n):</a:t>
            </a:r>
          </a:p>
          <a:p>
            <a:r>
              <a:rPr lang="en-GB" dirty="0"/>
              <a:t>    # Rule 1: x^0 = 1</a:t>
            </a:r>
          </a:p>
          <a:p>
            <a:r>
              <a:rPr lang="en-GB" dirty="0"/>
              <a:t>    </a:t>
            </a:r>
            <a:r>
              <a:rPr lang="en-GB" dirty="0">
                <a:solidFill>
                  <a:srgbClr val="FF0000"/>
                </a:solidFill>
              </a:rPr>
              <a:t>if</a:t>
            </a:r>
            <a:r>
              <a:rPr lang="en-GB" dirty="0"/>
              <a:t> n == 0:</a:t>
            </a:r>
          </a:p>
          <a:p>
            <a:r>
              <a:rPr lang="en-GB" dirty="0"/>
              <a:t>        </a:t>
            </a:r>
            <a:r>
              <a:rPr lang="en-GB" dirty="0">
                <a:solidFill>
                  <a:srgbClr val="FF0000"/>
                </a:solidFill>
              </a:rPr>
              <a:t>return</a:t>
            </a:r>
            <a:r>
              <a:rPr lang="en-GB" dirty="0"/>
              <a:t> 1</a:t>
            </a:r>
          </a:p>
          <a:p>
            <a:r>
              <a:rPr lang="en-GB" dirty="0"/>
              <a:t>    </a:t>
            </a:r>
          </a:p>
          <a:p>
            <a:r>
              <a:rPr lang="en-GB" dirty="0"/>
              <a:t>    # Rule 2: If n is even, </a:t>
            </a:r>
            <a:r>
              <a:rPr lang="en-GB" dirty="0" err="1"/>
              <a:t>x^n</a:t>
            </a:r>
            <a:r>
              <a:rPr lang="en-GB" dirty="0"/>
              <a:t> = (x^(n/2))^2</a:t>
            </a:r>
          </a:p>
          <a:p>
            <a:r>
              <a:rPr lang="en-GB" dirty="0"/>
              <a:t>    </a:t>
            </a:r>
            <a:r>
              <a:rPr lang="en-GB" dirty="0">
                <a:solidFill>
                  <a:srgbClr val="FF0000"/>
                </a:solidFill>
              </a:rPr>
              <a:t>if</a:t>
            </a:r>
            <a:r>
              <a:rPr lang="en-GB" dirty="0"/>
              <a:t> n % 2 == 0:</a:t>
            </a:r>
          </a:p>
          <a:p>
            <a:r>
              <a:rPr lang="en-GB" dirty="0"/>
              <a:t>        </a:t>
            </a:r>
            <a:r>
              <a:rPr lang="en-GB" dirty="0" err="1"/>
              <a:t>half_power</a:t>
            </a:r>
            <a:r>
              <a:rPr lang="en-GB" dirty="0"/>
              <a:t> = </a:t>
            </a:r>
            <a:r>
              <a:rPr lang="en-GB" dirty="0" err="1"/>
              <a:t>pow_recursive</a:t>
            </a:r>
            <a:r>
              <a:rPr lang="en-GB" dirty="0"/>
              <a:t>(x, n // 2)  # // is floor division in Python</a:t>
            </a:r>
          </a:p>
          <a:p>
            <a:r>
              <a:rPr lang="en-GB" dirty="0"/>
              <a:t>        </a:t>
            </a:r>
            <a:r>
              <a:rPr lang="en-GB" dirty="0">
                <a:solidFill>
                  <a:srgbClr val="FF0000"/>
                </a:solidFill>
              </a:rPr>
              <a:t>return</a:t>
            </a:r>
            <a:r>
              <a:rPr lang="en-GB" dirty="0"/>
              <a:t> </a:t>
            </a:r>
            <a:r>
              <a:rPr lang="en-GB" dirty="0" err="1"/>
              <a:t>half_power</a:t>
            </a:r>
            <a:r>
              <a:rPr lang="en-GB" dirty="0"/>
              <a:t> * </a:t>
            </a:r>
            <a:r>
              <a:rPr lang="en-GB" dirty="0" err="1"/>
              <a:t>half_power</a:t>
            </a:r>
            <a:endParaRPr lang="en-GB" dirty="0"/>
          </a:p>
          <a:p>
            <a:r>
              <a:rPr lang="en-GB" dirty="0"/>
              <a:t>    </a:t>
            </a:r>
          </a:p>
          <a:p>
            <a:r>
              <a:rPr lang="en-GB" dirty="0"/>
              <a:t>    # Rule 3: If n is odd, </a:t>
            </a:r>
            <a:r>
              <a:rPr lang="en-GB" dirty="0" err="1"/>
              <a:t>x^n</a:t>
            </a:r>
            <a:r>
              <a:rPr lang="en-GB" dirty="0"/>
              <a:t> = x * x^(n-1)</a:t>
            </a:r>
          </a:p>
          <a:p>
            <a:r>
              <a:rPr lang="en-GB" dirty="0"/>
              <a:t>    </a:t>
            </a:r>
            <a:r>
              <a:rPr lang="en-GB" dirty="0">
                <a:solidFill>
                  <a:srgbClr val="FF0000"/>
                </a:solidFill>
              </a:rPr>
              <a:t>else</a:t>
            </a:r>
            <a:r>
              <a:rPr lang="en-GB" dirty="0"/>
              <a:t>:</a:t>
            </a:r>
          </a:p>
          <a:p>
            <a:r>
              <a:rPr lang="en-GB" dirty="0"/>
              <a:t>        return x * </a:t>
            </a:r>
            <a:r>
              <a:rPr lang="en-GB" dirty="0" err="1"/>
              <a:t>pow_recursive</a:t>
            </a:r>
            <a:r>
              <a:rPr lang="en-GB" dirty="0"/>
              <a:t>(x, n - 1)</a:t>
            </a:r>
          </a:p>
        </p:txBody>
      </p:sp>
    </p:spTree>
    <p:extLst>
      <p:ext uri="{BB962C8B-B14F-4D97-AF65-F5344CB8AC3E}">
        <p14:creationId xmlns:p14="http://schemas.microsoft.com/office/powerpoint/2010/main" val="1622428564"/>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A0AA22-0525-9D96-B564-AEC66BE42144}"/>
              </a:ext>
            </a:extLst>
          </p:cNvPr>
          <p:cNvPicPr>
            <a:picLocks noChangeAspect="1"/>
          </p:cNvPicPr>
          <p:nvPr/>
        </p:nvPicPr>
        <p:blipFill>
          <a:blip r:embed="rId2"/>
          <a:srcRect b="59096"/>
          <a:stretch>
            <a:fillRect/>
          </a:stretch>
        </p:blipFill>
        <p:spPr>
          <a:xfrm>
            <a:off x="551384" y="1052737"/>
            <a:ext cx="7776864" cy="1296144"/>
          </a:xfrm>
          <a:prstGeom prst="rect">
            <a:avLst/>
          </a:prstGeom>
        </p:spPr>
      </p:pic>
      <p:sp>
        <p:nvSpPr>
          <p:cNvPr id="10" name="TextBox 9">
            <a:extLst>
              <a:ext uri="{FF2B5EF4-FFF2-40B4-BE49-F238E27FC236}">
                <a16:creationId xmlns:a16="http://schemas.microsoft.com/office/drawing/2014/main" id="{2789C51B-46F3-C3E8-0BC3-671D90DBB98A}"/>
              </a:ext>
            </a:extLst>
          </p:cNvPr>
          <p:cNvSpPr txBox="1"/>
          <p:nvPr/>
        </p:nvSpPr>
        <p:spPr>
          <a:xfrm>
            <a:off x="1775520" y="2651427"/>
            <a:ext cx="6279776" cy="3139321"/>
          </a:xfrm>
          <a:prstGeom prst="rect">
            <a:avLst/>
          </a:prstGeom>
          <a:solidFill>
            <a:schemeClr val="accent5">
              <a:lumMod val="20000"/>
              <a:lumOff val="80000"/>
            </a:schemeClr>
          </a:solidFill>
        </p:spPr>
        <p:txBody>
          <a:bodyPr wrap="square">
            <a:spAutoFit/>
          </a:bodyPr>
          <a:lstStyle/>
          <a:p>
            <a:r>
              <a:rPr lang="en-GB" dirty="0"/>
              <a:t>static public void </a:t>
            </a:r>
            <a:r>
              <a:rPr lang="en-GB" dirty="0" err="1"/>
              <a:t>printBin</a:t>
            </a:r>
            <a:r>
              <a:rPr lang="en-GB" dirty="0"/>
              <a:t>(int n)</a:t>
            </a:r>
          </a:p>
          <a:p>
            <a:r>
              <a:rPr lang="en-GB" dirty="0"/>
              <a:t>{</a:t>
            </a:r>
          </a:p>
          <a:p>
            <a:r>
              <a:rPr lang="en-GB" dirty="0"/>
              <a:t>    if(n &lt; 2)</a:t>
            </a:r>
          </a:p>
          <a:p>
            <a:r>
              <a:rPr lang="en-GB" dirty="0"/>
              <a:t>        </a:t>
            </a:r>
            <a:r>
              <a:rPr lang="en-GB" dirty="0" err="1"/>
              <a:t>System.out.print</a:t>
            </a:r>
            <a:r>
              <a:rPr lang="en-GB" dirty="0"/>
              <a:t>(…);</a:t>
            </a:r>
          </a:p>
          <a:p>
            <a:r>
              <a:rPr lang="en-GB" dirty="0"/>
              <a:t>    else {</a:t>
            </a:r>
          </a:p>
          <a:p>
            <a:r>
              <a:rPr lang="en-GB" dirty="0"/>
              <a:t>        int m = n / 2;</a:t>
            </a:r>
          </a:p>
          <a:p>
            <a:r>
              <a:rPr lang="en-GB" dirty="0"/>
              <a:t>        int r = n % 2; // r is the remainder of n/2</a:t>
            </a:r>
          </a:p>
          <a:p>
            <a:r>
              <a:rPr lang="en-GB" dirty="0"/>
              <a:t>        </a:t>
            </a:r>
            <a:r>
              <a:rPr lang="en-GB" dirty="0" err="1"/>
              <a:t>printBin</a:t>
            </a:r>
            <a:r>
              <a:rPr lang="en-GB" dirty="0"/>
              <a:t>(…);</a:t>
            </a:r>
          </a:p>
          <a:p>
            <a:r>
              <a:rPr lang="en-GB" dirty="0"/>
              <a:t>        </a:t>
            </a:r>
            <a:r>
              <a:rPr lang="en-GB" dirty="0" err="1"/>
              <a:t>System.out.print</a:t>
            </a:r>
            <a:r>
              <a:rPr lang="en-GB" dirty="0"/>
              <a:t>(…);</a:t>
            </a:r>
          </a:p>
          <a:p>
            <a:r>
              <a:rPr lang="en-GB" dirty="0"/>
              <a:t>    }</a:t>
            </a:r>
          </a:p>
          <a:p>
            <a:r>
              <a:rPr lang="en-GB" dirty="0"/>
              <a:t>}</a:t>
            </a:r>
          </a:p>
        </p:txBody>
      </p:sp>
      <p:sp>
        <p:nvSpPr>
          <p:cNvPr id="12" name="TextBox 11">
            <a:extLst>
              <a:ext uri="{FF2B5EF4-FFF2-40B4-BE49-F238E27FC236}">
                <a16:creationId xmlns:a16="http://schemas.microsoft.com/office/drawing/2014/main" id="{52012747-96C2-BA64-24ED-4A243E699AF8}"/>
              </a:ext>
            </a:extLst>
          </p:cNvPr>
          <p:cNvSpPr txBox="1"/>
          <p:nvPr/>
        </p:nvSpPr>
        <p:spPr>
          <a:xfrm>
            <a:off x="4079776" y="3429000"/>
            <a:ext cx="262100" cy="369332"/>
          </a:xfrm>
          <a:prstGeom prst="rect">
            <a:avLst/>
          </a:prstGeom>
          <a:noFill/>
        </p:spPr>
        <p:txBody>
          <a:bodyPr wrap="square">
            <a:spAutoFit/>
          </a:bodyPr>
          <a:lstStyle/>
          <a:p>
            <a:r>
              <a:rPr lang="en-GB" dirty="0">
                <a:solidFill>
                  <a:srgbClr val="FF0000"/>
                </a:solidFill>
              </a:rPr>
              <a:t>n</a:t>
            </a:r>
            <a:endParaRPr lang="en-GB" dirty="0"/>
          </a:p>
        </p:txBody>
      </p:sp>
      <p:sp>
        <p:nvSpPr>
          <p:cNvPr id="14" name="TextBox 13">
            <a:extLst>
              <a:ext uri="{FF2B5EF4-FFF2-40B4-BE49-F238E27FC236}">
                <a16:creationId xmlns:a16="http://schemas.microsoft.com/office/drawing/2014/main" id="{89F5945C-FF3A-CA75-F7D2-961E0FF59407}"/>
              </a:ext>
            </a:extLst>
          </p:cNvPr>
          <p:cNvSpPr txBox="1"/>
          <p:nvPr/>
        </p:nvSpPr>
        <p:spPr>
          <a:xfrm>
            <a:off x="3143672" y="4509120"/>
            <a:ext cx="478124" cy="369332"/>
          </a:xfrm>
          <a:prstGeom prst="rect">
            <a:avLst/>
          </a:prstGeom>
          <a:noFill/>
        </p:spPr>
        <p:txBody>
          <a:bodyPr wrap="square">
            <a:spAutoFit/>
          </a:bodyPr>
          <a:lstStyle/>
          <a:p>
            <a:r>
              <a:rPr lang="en-GB" dirty="0">
                <a:solidFill>
                  <a:srgbClr val="FF0000"/>
                </a:solidFill>
              </a:rPr>
              <a:t>m</a:t>
            </a:r>
            <a:endParaRPr lang="en-GB" dirty="0"/>
          </a:p>
        </p:txBody>
      </p:sp>
      <p:sp>
        <p:nvSpPr>
          <p:cNvPr id="16" name="TextBox 15">
            <a:extLst>
              <a:ext uri="{FF2B5EF4-FFF2-40B4-BE49-F238E27FC236}">
                <a16:creationId xmlns:a16="http://schemas.microsoft.com/office/drawing/2014/main" id="{4E31A511-099C-3980-9360-53AB2FA7D55D}"/>
              </a:ext>
            </a:extLst>
          </p:cNvPr>
          <p:cNvSpPr txBox="1"/>
          <p:nvPr/>
        </p:nvSpPr>
        <p:spPr>
          <a:xfrm>
            <a:off x="4091680" y="4797152"/>
            <a:ext cx="406116" cy="369332"/>
          </a:xfrm>
          <a:prstGeom prst="rect">
            <a:avLst/>
          </a:prstGeom>
          <a:noFill/>
        </p:spPr>
        <p:txBody>
          <a:bodyPr wrap="square">
            <a:spAutoFit/>
          </a:bodyPr>
          <a:lstStyle/>
          <a:p>
            <a:r>
              <a:rPr lang="en-GB" dirty="0">
                <a:solidFill>
                  <a:srgbClr val="FF0000"/>
                </a:solidFill>
              </a:rPr>
              <a:t>r</a:t>
            </a:r>
            <a:endParaRPr lang="en-GB" dirty="0"/>
          </a:p>
        </p:txBody>
      </p:sp>
    </p:spTree>
    <p:extLst>
      <p:ext uri="{BB962C8B-B14F-4D97-AF65-F5344CB8AC3E}">
        <p14:creationId xmlns:p14="http://schemas.microsoft.com/office/powerpoint/2010/main" val="64614652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E76F9-0B07-5D9E-2325-AC1649425C67}"/>
              </a:ext>
            </a:extLst>
          </p:cNvPr>
          <p:cNvSpPr>
            <a:spLocks noGrp="1"/>
          </p:cNvSpPr>
          <p:nvPr>
            <p:ph type="title"/>
          </p:nvPr>
        </p:nvSpPr>
        <p:spPr>
          <a:xfrm>
            <a:off x="1199455" y="689703"/>
            <a:ext cx="9937104" cy="579057"/>
          </a:xfrm>
        </p:spPr>
        <p:txBody>
          <a:bodyPr/>
          <a:lstStyle/>
          <a:p>
            <a:r>
              <a:rPr lang="en-GB" dirty="0"/>
              <a:t>Python </a:t>
            </a:r>
          </a:p>
        </p:txBody>
      </p:sp>
      <p:sp>
        <p:nvSpPr>
          <p:cNvPr id="6" name="TextBox 5">
            <a:extLst>
              <a:ext uri="{FF2B5EF4-FFF2-40B4-BE49-F238E27FC236}">
                <a16:creationId xmlns:a16="http://schemas.microsoft.com/office/drawing/2014/main" id="{1C7D5676-37A2-5C4B-2D27-BE9478F52D7D}"/>
              </a:ext>
            </a:extLst>
          </p:cNvPr>
          <p:cNvSpPr txBox="1"/>
          <p:nvPr/>
        </p:nvSpPr>
        <p:spPr>
          <a:xfrm>
            <a:off x="1055440" y="1369930"/>
            <a:ext cx="7704856" cy="2339102"/>
          </a:xfrm>
          <a:prstGeom prst="rect">
            <a:avLst/>
          </a:prstGeom>
          <a:solidFill>
            <a:schemeClr val="accent5">
              <a:lumMod val="20000"/>
              <a:lumOff val="80000"/>
            </a:schemeClr>
          </a:solidFill>
        </p:spPr>
        <p:txBody>
          <a:bodyPr wrap="square">
            <a:spAutoFit/>
          </a:bodyPr>
          <a:lstStyle/>
          <a:p>
            <a:r>
              <a:rPr lang="en-GB" sz="1600" dirty="0">
                <a:solidFill>
                  <a:srgbClr val="FF0000"/>
                </a:solidFill>
              </a:rPr>
              <a:t>def</a:t>
            </a:r>
            <a:r>
              <a:rPr lang="en-GB" sz="1600" dirty="0"/>
              <a:t> </a:t>
            </a:r>
            <a:r>
              <a:rPr lang="en-GB" sz="1600" dirty="0" err="1">
                <a:solidFill>
                  <a:srgbClr val="16818D"/>
                </a:solidFill>
              </a:rPr>
              <a:t>print_bin</a:t>
            </a:r>
            <a:r>
              <a:rPr lang="en-GB" sz="1600" dirty="0"/>
              <a:t>(n):</a:t>
            </a:r>
          </a:p>
          <a:p>
            <a:r>
              <a:rPr lang="en-GB" sz="1600" dirty="0"/>
              <a:t>    """Recursively prints the binary representation of an integer."""</a:t>
            </a:r>
          </a:p>
          <a:p>
            <a:r>
              <a:rPr lang="en-GB" sz="1600" dirty="0"/>
              <a:t>    </a:t>
            </a:r>
            <a:r>
              <a:rPr lang="en-GB" sz="1600" dirty="0">
                <a:solidFill>
                  <a:srgbClr val="FF0000"/>
                </a:solidFill>
              </a:rPr>
              <a:t>if</a:t>
            </a:r>
            <a:r>
              <a:rPr lang="en-GB" sz="1600" dirty="0"/>
              <a:t> n &lt; 2:</a:t>
            </a:r>
          </a:p>
          <a:p>
            <a:r>
              <a:rPr lang="en-GB" sz="1600" dirty="0"/>
              <a:t>        </a:t>
            </a:r>
            <a:r>
              <a:rPr lang="en-GB" sz="1600" dirty="0">
                <a:solidFill>
                  <a:srgbClr val="FF0000"/>
                </a:solidFill>
              </a:rPr>
              <a:t>print</a:t>
            </a:r>
            <a:r>
              <a:rPr lang="en-GB" sz="1600" dirty="0"/>
              <a:t>(n, </a:t>
            </a:r>
            <a:r>
              <a:rPr lang="en-GB" sz="1600" dirty="0">
                <a:solidFill>
                  <a:srgbClr val="FF0000"/>
                </a:solidFill>
              </a:rPr>
              <a:t>end</a:t>
            </a:r>
            <a:r>
              <a:rPr lang="en-GB" sz="1600" dirty="0"/>
              <a:t>='') # </a:t>
            </a:r>
            <a:r>
              <a:rPr lang="en-GB" sz="1600" i="1" dirty="0"/>
              <a:t>'end=""' prevents a new line after printing</a:t>
            </a:r>
          </a:p>
          <a:p>
            <a:r>
              <a:rPr lang="en-GB" sz="1600" dirty="0"/>
              <a:t>    </a:t>
            </a:r>
            <a:r>
              <a:rPr lang="en-GB" sz="1600" dirty="0">
                <a:solidFill>
                  <a:srgbClr val="FF0000"/>
                </a:solidFill>
              </a:rPr>
              <a:t>else</a:t>
            </a:r>
            <a:r>
              <a:rPr lang="en-GB" sz="1600" dirty="0"/>
              <a:t>:</a:t>
            </a:r>
          </a:p>
          <a:p>
            <a:r>
              <a:rPr lang="en-GB" sz="1600" dirty="0"/>
              <a:t>        m = n // 2</a:t>
            </a:r>
          </a:p>
          <a:p>
            <a:r>
              <a:rPr lang="en-GB" sz="1600" dirty="0"/>
              <a:t>        r = n % 2 # r is the remainder of n/2</a:t>
            </a:r>
          </a:p>
          <a:p>
            <a:r>
              <a:rPr lang="en-GB" sz="1600" dirty="0"/>
              <a:t>        </a:t>
            </a:r>
            <a:r>
              <a:rPr lang="en-GB" sz="1600" dirty="0" err="1">
                <a:solidFill>
                  <a:srgbClr val="16818D"/>
                </a:solidFill>
              </a:rPr>
              <a:t>print_bin</a:t>
            </a:r>
            <a:r>
              <a:rPr lang="en-GB" sz="1600" dirty="0"/>
              <a:t>(m)</a:t>
            </a:r>
          </a:p>
          <a:p>
            <a:r>
              <a:rPr lang="en-GB" sz="1600" dirty="0"/>
              <a:t>        </a:t>
            </a:r>
            <a:r>
              <a:rPr lang="en-GB" sz="1600" dirty="0">
                <a:solidFill>
                  <a:srgbClr val="FF0000"/>
                </a:solidFill>
              </a:rPr>
              <a:t>print</a:t>
            </a:r>
            <a:r>
              <a:rPr lang="en-GB" sz="1600" dirty="0"/>
              <a:t>(r, </a:t>
            </a:r>
            <a:r>
              <a:rPr lang="en-GB" sz="1600" dirty="0">
                <a:solidFill>
                  <a:srgbClr val="FF0000"/>
                </a:solidFill>
              </a:rPr>
              <a:t>end</a:t>
            </a:r>
            <a:r>
              <a:rPr lang="en-GB" sz="1600" dirty="0"/>
              <a:t>='')</a:t>
            </a:r>
          </a:p>
        </p:txBody>
      </p:sp>
      <p:sp>
        <p:nvSpPr>
          <p:cNvPr id="8" name="TextBox 7">
            <a:extLst>
              <a:ext uri="{FF2B5EF4-FFF2-40B4-BE49-F238E27FC236}">
                <a16:creationId xmlns:a16="http://schemas.microsoft.com/office/drawing/2014/main" id="{FB68BA13-4421-21C2-29D9-9BE8F6472947}"/>
              </a:ext>
            </a:extLst>
          </p:cNvPr>
          <p:cNvSpPr txBox="1"/>
          <p:nvPr/>
        </p:nvSpPr>
        <p:spPr>
          <a:xfrm>
            <a:off x="1055440" y="3808042"/>
            <a:ext cx="7704856" cy="2616101"/>
          </a:xfrm>
          <a:prstGeom prst="rect">
            <a:avLst/>
          </a:prstGeom>
          <a:solidFill>
            <a:schemeClr val="accent6">
              <a:lumMod val="20000"/>
              <a:lumOff val="80000"/>
            </a:schemeClr>
          </a:solidFill>
        </p:spPr>
        <p:txBody>
          <a:bodyPr wrap="square">
            <a:spAutoFit/>
          </a:bodyPr>
          <a:lstStyle/>
          <a:p>
            <a:r>
              <a:rPr lang="en-GB" sz="1600" dirty="0"/>
              <a:t># Test cases</a:t>
            </a:r>
          </a:p>
          <a:p>
            <a:r>
              <a:rPr lang="en-GB" sz="1600" dirty="0" err="1"/>
              <a:t>test_numbers</a:t>
            </a:r>
            <a:r>
              <a:rPr lang="en-GB" sz="1600" dirty="0"/>
              <a:t> = [6, 10, 13, 255]</a:t>
            </a:r>
          </a:p>
          <a:p>
            <a:r>
              <a:rPr lang="en-GB" sz="1600" dirty="0"/>
              <a:t>    </a:t>
            </a:r>
          </a:p>
          <a:p>
            <a:r>
              <a:rPr lang="en-GB" sz="1600" dirty="0">
                <a:solidFill>
                  <a:srgbClr val="FF0000"/>
                </a:solidFill>
              </a:rPr>
              <a:t>print</a:t>
            </a:r>
            <a:r>
              <a:rPr lang="en-GB" sz="1600" dirty="0"/>
              <a:t>("Decimal to Binary Conversions:")</a:t>
            </a:r>
          </a:p>
          <a:p>
            <a:r>
              <a:rPr lang="en-GB" sz="1600" dirty="0">
                <a:solidFill>
                  <a:srgbClr val="FF0000"/>
                </a:solidFill>
              </a:rPr>
              <a:t>print</a:t>
            </a:r>
            <a:r>
              <a:rPr lang="en-GB" sz="1600" dirty="0"/>
              <a:t>("-" * 30)</a:t>
            </a:r>
          </a:p>
          <a:p>
            <a:r>
              <a:rPr lang="en-GB" sz="1600" dirty="0"/>
              <a:t>    </a:t>
            </a:r>
          </a:p>
          <a:p>
            <a:r>
              <a:rPr lang="en-GB" sz="1600" dirty="0">
                <a:solidFill>
                  <a:srgbClr val="FF0000"/>
                </a:solidFill>
              </a:rPr>
              <a:t>for</a:t>
            </a:r>
            <a:r>
              <a:rPr lang="en-GB" sz="1600" dirty="0"/>
              <a:t> </a:t>
            </a:r>
            <a:r>
              <a:rPr lang="en-GB" sz="1600" dirty="0" err="1"/>
              <a:t>num</a:t>
            </a:r>
            <a:r>
              <a:rPr lang="en-GB" sz="1600" dirty="0"/>
              <a:t> </a:t>
            </a:r>
            <a:r>
              <a:rPr lang="en-GB" sz="1600" dirty="0">
                <a:solidFill>
                  <a:srgbClr val="FF0000"/>
                </a:solidFill>
              </a:rPr>
              <a:t>in</a:t>
            </a:r>
            <a:r>
              <a:rPr lang="en-GB" sz="1600" dirty="0"/>
              <a:t> </a:t>
            </a:r>
            <a:r>
              <a:rPr lang="en-GB" sz="1600" dirty="0" err="1"/>
              <a:t>test_numbers</a:t>
            </a:r>
            <a:r>
              <a:rPr lang="en-GB" sz="1600" dirty="0"/>
              <a:t>:</a:t>
            </a:r>
          </a:p>
          <a:p>
            <a:r>
              <a:rPr lang="en-GB" sz="1600" dirty="0"/>
              <a:t>    </a:t>
            </a:r>
            <a:r>
              <a:rPr lang="en-GB" sz="1600" dirty="0">
                <a:solidFill>
                  <a:srgbClr val="FF0000"/>
                </a:solidFill>
              </a:rPr>
              <a:t>print</a:t>
            </a:r>
            <a:r>
              <a:rPr lang="en-GB" sz="1600" dirty="0"/>
              <a:t>(</a:t>
            </a:r>
            <a:r>
              <a:rPr lang="en-GB" sz="1600" dirty="0" err="1"/>
              <a:t>f"Decimal</a:t>
            </a:r>
            <a:r>
              <a:rPr lang="en-GB" sz="1600" dirty="0"/>
              <a:t> {</a:t>
            </a:r>
            <a:r>
              <a:rPr lang="en-GB" sz="1600" dirty="0" err="1"/>
              <a:t>num</a:t>
            </a:r>
            <a:r>
              <a:rPr lang="en-GB" sz="1600" dirty="0"/>
              <a:t>} in Binary is: ", </a:t>
            </a:r>
            <a:r>
              <a:rPr lang="en-GB" sz="1600" dirty="0">
                <a:solidFill>
                  <a:srgbClr val="FF0000"/>
                </a:solidFill>
              </a:rPr>
              <a:t>end</a:t>
            </a:r>
            <a:r>
              <a:rPr lang="en-GB" sz="1600" dirty="0"/>
              <a:t>='')</a:t>
            </a:r>
          </a:p>
          <a:p>
            <a:r>
              <a:rPr lang="en-GB" sz="1600" dirty="0"/>
              <a:t>    </a:t>
            </a:r>
            <a:r>
              <a:rPr lang="en-GB" sz="1600" dirty="0" err="1"/>
              <a:t>print_bin</a:t>
            </a:r>
            <a:r>
              <a:rPr lang="en-GB" sz="1600" dirty="0"/>
              <a:t>(</a:t>
            </a:r>
            <a:r>
              <a:rPr lang="en-GB" sz="1600" dirty="0" err="1"/>
              <a:t>num</a:t>
            </a:r>
            <a:r>
              <a:rPr lang="en-GB" sz="1600" dirty="0"/>
              <a:t>)</a:t>
            </a:r>
          </a:p>
          <a:p>
            <a:r>
              <a:rPr lang="en-GB" sz="1600" dirty="0"/>
              <a:t>    </a:t>
            </a:r>
            <a:r>
              <a:rPr lang="en-GB" sz="1600" dirty="0">
                <a:solidFill>
                  <a:srgbClr val="FF0000"/>
                </a:solidFill>
              </a:rPr>
              <a:t>print</a:t>
            </a:r>
            <a:r>
              <a:rPr lang="en-GB" sz="1600" dirty="0"/>
              <a:t>() # Print a new line after the binary sequence is finished</a:t>
            </a:r>
          </a:p>
        </p:txBody>
      </p:sp>
    </p:spTree>
    <p:extLst>
      <p:ext uri="{BB962C8B-B14F-4D97-AF65-F5344CB8AC3E}">
        <p14:creationId xmlns:p14="http://schemas.microsoft.com/office/powerpoint/2010/main" val="1044482496"/>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E9FA379-C82A-360A-BC86-029CE1342D3E}"/>
              </a:ext>
            </a:extLst>
          </p:cNvPr>
          <p:cNvPicPr>
            <a:picLocks noChangeAspect="1"/>
          </p:cNvPicPr>
          <p:nvPr/>
        </p:nvPicPr>
        <p:blipFill>
          <a:blip r:embed="rId2"/>
          <a:srcRect b="50000"/>
          <a:stretch>
            <a:fillRect/>
          </a:stretch>
        </p:blipFill>
        <p:spPr>
          <a:xfrm>
            <a:off x="767408" y="404664"/>
            <a:ext cx="8430476" cy="864096"/>
          </a:xfrm>
          <a:prstGeom prst="rect">
            <a:avLst/>
          </a:prstGeom>
        </p:spPr>
      </p:pic>
      <p:sp>
        <p:nvSpPr>
          <p:cNvPr id="8" name="TextBox 7">
            <a:extLst>
              <a:ext uri="{FF2B5EF4-FFF2-40B4-BE49-F238E27FC236}">
                <a16:creationId xmlns:a16="http://schemas.microsoft.com/office/drawing/2014/main" id="{C5C93FB4-CFC2-37CD-1E18-9F995F11CB40}"/>
              </a:ext>
            </a:extLst>
          </p:cNvPr>
          <p:cNvSpPr txBox="1"/>
          <p:nvPr/>
        </p:nvSpPr>
        <p:spPr>
          <a:xfrm>
            <a:off x="2711624" y="1556792"/>
            <a:ext cx="4654588" cy="1754326"/>
          </a:xfrm>
          <a:prstGeom prst="rect">
            <a:avLst/>
          </a:prstGeom>
          <a:noFill/>
        </p:spPr>
        <p:txBody>
          <a:bodyPr wrap="square">
            <a:spAutoFit/>
          </a:bodyPr>
          <a:lstStyle/>
          <a:p>
            <a:r>
              <a:rPr lang="en-GB" dirty="0"/>
              <a:t>static public int fib(int n)  { </a:t>
            </a:r>
          </a:p>
          <a:p>
            <a:r>
              <a:rPr lang="en-GB" dirty="0"/>
              <a:t> </a:t>
            </a:r>
          </a:p>
          <a:p>
            <a:r>
              <a:rPr lang="en-GB" dirty="0"/>
              <a:t>   if(n &lt;= 2) return ……;</a:t>
            </a:r>
          </a:p>
          <a:p>
            <a:endParaRPr lang="en-GB" dirty="0"/>
          </a:p>
          <a:p>
            <a:r>
              <a:rPr lang="en-GB" dirty="0"/>
              <a:t>    return  …...........+…..……..; </a:t>
            </a:r>
          </a:p>
          <a:p>
            <a:r>
              <a:rPr lang="en-GB" dirty="0"/>
              <a:t>}</a:t>
            </a:r>
          </a:p>
        </p:txBody>
      </p:sp>
      <p:sp>
        <p:nvSpPr>
          <p:cNvPr id="10" name="TextBox 9">
            <a:extLst>
              <a:ext uri="{FF2B5EF4-FFF2-40B4-BE49-F238E27FC236}">
                <a16:creationId xmlns:a16="http://schemas.microsoft.com/office/drawing/2014/main" id="{0AEFF9C5-DC1F-EFA3-7926-5CD370748E9F}"/>
              </a:ext>
            </a:extLst>
          </p:cNvPr>
          <p:cNvSpPr txBox="1"/>
          <p:nvPr/>
        </p:nvSpPr>
        <p:spPr>
          <a:xfrm flipH="1">
            <a:off x="4675324" y="2029363"/>
            <a:ext cx="432048" cy="383051"/>
          </a:xfrm>
          <a:prstGeom prst="rect">
            <a:avLst/>
          </a:prstGeom>
          <a:noFill/>
        </p:spPr>
        <p:txBody>
          <a:bodyPr wrap="square">
            <a:spAutoFit/>
          </a:bodyPr>
          <a:lstStyle/>
          <a:p>
            <a:r>
              <a:rPr lang="en-GB" dirty="0">
                <a:solidFill>
                  <a:srgbClr val="FF0000"/>
                </a:solidFill>
              </a:rPr>
              <a:t>1</a:t>
            </a:r>
          </a:p>
        </p:txBody>
      </p:sp>
      <p:sp>
        <p:nvSpPr>
          <p:cNvPr id="12" name="TextBox 11">
            <a:extLst>
              <a:ext uri="{FF2B5EF4-FFF2-40B4-BE49-F238E27FC236}">
                <a16:creationId xmlns:a16="http://schemas.microsoft.com/office/drawing/2014/main" id="{5836ACCB-408D-D437-3488-C1DBA1FB3E86}"/>
              </a:ext>
            </a:extLst>
          </p:cNvPr>
          <p:cNvSpPr txBox="1"/>
          <p:nvPr/>
        </p:nvSpPr>
        <p:spPr>
          <a:xfrm>
            <a:off x="4809529" y="2552111"/>
            <a:ext cx="1080120" cy="369332"/>
          </a:xfrm>
          <a:prstGeom prst="rect">
            <a:avLst/>
          </a:prstGeom>
          <a:noFill/>
        </p:spPr>
        <p:txBody>
          <a:bodyPr wrap="square">
            <a:spAutoFit/>
          </a:bodyPr>
          <a:lstStyle/>
          <a:p>
            <a:r>
              <a:rPr lang="en-GB" dirty="0">
                <a:solidFill>
                  <a:srgbClr val="FF0000"/>
                </a:solidFill>
              </a:rPr>
              <a:t>fib(n - 2)</a:t>
            </a:r>
          </a:p>
        </p:txBody>
      </p:sp>
      <p:sp>
        <p:nvSpPr>
          <p:cNvPr id="14" name="TextBox 13">
            <a:extLst>
              <a:ext uri="{FF2B5EF4-FFF2-40B4-BE49-F238E27FC236}">
                <a16:creationId xmlns:a16="http://schemas.microsoft.com/office/drawing/2014/main" id="{18D13DB6-58F9-3B3E-9999-A08796FE89D7}"/>
              </a:ext>
            </a:extLst>
          </p:cNvPr>
          <p:cNvSpPr txBox="1"/>
          <p:nvPr/>
        </p:nvSpPr>
        <p:spPr>
          <a:xfrm>
            <a:off x="3712840" y="2549371"/>
            <a:ext cx="1054188" cy="369332"/>
          </a:xfrm>
          <a:prstGeom prst="rect">
            <a:avLst/>
          </a:prstGeom>
          <a:noFill/>
        </p:spPr>
        <p:txBody>
          <a:bodyPr wrap="square">
            <a:spAutoFit/>
          </a:bodyPr>
          <a:lstStyle/>
          <a:p>
            <a:r>
              <a:rPr lang="en-GB" dirty="0">
                <a:solidFill>
                  <a:srgbClr val="FF0000"/>
                </a:solidFill>
              </a:rPr>
              <a:t>fib(n - 1) </a:t>
            </a:r>
            <a:endParaRPr lang="en-GB" dirty="0"/>
          </a:p>
        </p:txBody>
      </p:sp>
      <p:sp>
        <p:nvSpPr>
          <p:cNvPr id="18" name="TextBox 17">
            <a:extLst>
              <a:ext uri="{FF2B5EF4-FFF2-40B4-BE49-F238E27FC236}">
                <a16:creationId xmlns:a16="http://schemas.microsoft.com/office/drawing/2014/main" id="{9358EA6C-8ABC-1B70-7CAC-F042FE4BB4D1}"/>
              </a:ext>
            </a:extLst>
          </p:cNvPr>
          <p:cNvSpPr txBox="1"/>
          <p:nvPr/>
        </p:nvSpPr>
        <p:spPr>
          <a:xfrm>
            <a:off x="6456040" y="4437112"/>
            <a:ext cx="3298945" cy="1200329"/>
          </a:xfrm>
          <a:prstGeom prst="rect">
            <a:avLst/>
          </a:prstGeom>
          <a:noFill/>
        </p:spPr>
        <p:txBody>
          <a:bodyPr wrap="square">
            <a:spAutoFit/>
          </a:bodyPr>
          <a:lstStyle/>
          <a:p>
            <a:r>
              <a:rPr lang="en-GB" dirty="0">
                <a:solidFill>
                  <a:srgbClr val="FF0000"/>
                </a:solidFill>
              </a:rPr>
              <a:t>def</a:t>
            </a:r>
            <a:r>
              <a:rPr lang="en-GB" dirty="0"/>
              <a:t> fib(n):</a:t>
            </a:r>
          </a:p>
          <a:p>
            <a:r>
              <a:rPr lang="en-GB" dirty="0"/>
              <a:t>    </a:t>
            </a:r>
            <a:r>
              <a:rPr lang="en-GB" dirty="0">
                <a:solidFill>
                  <a:srgbClr val="FF0000"/>
                </a:solidFill>
              </a:rPr>
              <a:t>if</a:t>
            </a:r>
            <a:r>
              <a:rPr lang="en-GB" dirty="0"/>
              <a:t> n &lt;= 2:</a:t>
            </a:r>
          </a:p>
          <a:p>
            <a:r>
              <a:rPr lang="en-GB" dirty="0"/>
              <a:t>        </a:t>
            </a:r>
            <a:r>
              <a:rPr lang="en-GB" dirty="0">
                <a:solidFill>
                  <a:srgbClr val="FF0000"/>
                </a:solidFill>
              </a:rPr>
              <a:t>return</a:t>
            </a:r>
            <a:r>
              <a:rPr lang="en-GB" dirty="0"/>
              <a:t> 1</a:t>
            </a:r>
          </a:p>
          <a:p>
            <a:r>
              <a:rPr lang="en-GB" dirty="0"/>
              <a:t>    </a:t>
            </a:r>
            <a:r>
              <a:rPr lang="en-GB" dirty="0">
                <a:solidFill>
                  <a:srgbClr val="FF0000"/>
                </a:solidFill>
              </a:rPr>
              <a:t>return</a:t>
            </a:r>
            <a:r>
              <a:rPr lang="en-GB" dirty="0"/>
              <a:t> fib(n - 1) + fib(n - 2)</a:t>
            </a:r>
          </a:p>
        </p:txBody>
      </p:sp>
    </p:spTree>
    <p:extLst>
      <p:ext uri="{BB962C8B-B14F-4D97-AF65-F5344CB8AC3E}">
        <p14:creationId xmlns:p14="http://schemas.microsoft.com/office/powerpoint/2010/main" val="6450764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barn(inVertical)">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p:cTn id="18" dur="500" fill="hold"/>
                                        <p:tgtEl>
                                          <p:spTgt spid="12"/>
                                        </p:tgtEl>
                                        <p:attrNameLst>
                                          <p:attrName>ppt_w</p:attrName>
                                        </p:attrNameLst>
                                      </p:cBhvr>
                                      <p:tavLst>
                                        <p:tav tm="0">
                                          <p:val>
                                            <p:fltVal val="0"/>
                                          </p:val>
                                        </p:tav>
                                        <p:tav tm="100000">
                                          <p:val>
                                            <p:strVal val="#ppt_w"/>
                                          </p:val>
                                        </p:tav>
                                      </p:tavLst>
                                    </p:anim>
                                    <p:anim calcmode="lin" valueType="num">
                                      <p:cBhvr>
                                        <p:cTn id="19" dur="500" fill="hold"/>
                                        <p:tgtEl>
                                          <p:spTgt spid="12"/>
                                        </p:tgtEl>
                                        <p:attrNameLst>
                                          <p:attrName>ppt_h</p:attrName>
                                        </p:attrNameLst>
                                      </p:cBhvr>
                                      <p:tavLst>
                                        <p:tav tm="0">
                                          <p:val>
                                            <p:fltVal val="0"/>
                                          </p:val>
                                        </p:tav>
                                        <p:tav tm="100000">
                                          <p:val>
                                            <p:strVal val="#ppt_h"/>
                                          </p:val>
                                        </p:tav>
                                      </p:tavLst>
                                    </p:anim>
                                    <p:animEffect transition="in" filter="fade">
                                      <p:cBhvr>
                                        <p:cTn id="2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CBBBF-CB05-03DF-5C4A-B6D5CF310B30}"/>
              </a:ext>
            </a:extLst>
          </p:cNvPr>
          <p:cNvSpPr>
            <a:spLocks noGrp="1"/>
          </p:cNvSpPr>
          <p:nvPr>
            <p:ph type="title"/>
          </p:nvPr>
        </p:nvSpPr>
        <p:spPr/>
        <p:txBody>
          <a:bodyPr>
            <a:normAutofit/>
          </a:bodyPr>
          <a:lstStyle/>
          <a:p>
            <a:r>
              <a:rPr lang="en-GB" dirty="0"/>
              <a:t>Python Code</a:t>
            </a:r>
          </a:p>
        </p:txBody>
      </p:sp>
      <p:sp>
        <p:nvSpPr>
          <p:cNvPr id="3" name="TextBox 2">
            <a:extLst>
              <a:ext uri="{FF2B5EF4-FFF2-40B4-BE49-F238E27FC236}">
                <a16:creationId xmlns:a16="http://schemas.microsoft.com/office/drawing/2014/main" id="{B90575B5-7867-2240-F680-DE1761FD5C90}"/>
              </a:ext>
            </a:extLst>
          </p:cNvPr>
          <p:cNvSpPr txBox="1"/>
          <p:nvPr/>
        </p:nvSpPr>
        <p:spPr>
          <a:xfrm>
            <a:off x="1415480" y="1556792"/>
            <a:ext cx="3298945" cy="1200329"/>
          </a:xfrm>
          <a:prstGeom prst="rect">
            <a:avLst/>
          </a:prstGeom>
          <a:noFill/>
        </p:spPr>
        <p:txBody>
          <a:bodyPr wrap="square">
            <a:spAutoFit/>
          </a:bodyPr>
          <a:lstStyle/>
          <a:p>
            <a:r>
              <a:rPr lang="en-GB" dirty="0">
                <a:solidFill>
                  <a:srgbClr val="FF0000"/>
                </a:solidFill>
              </a:rPr>
              <a:t>def</a:t>
            </a:r>
            <a:r>
              <a:rPr lang="en-GB" dirty="0"/>
              <a:t> fib(n):</a:t>
            </a:r>
          </a:p>
          <a:p>
            <a:r>
              <a:rPr lang="en-GB" dirty="0"/>
              <a:t>    </a:t>
            </a:r>
            <a:r>
              <a:rPr lang="en-GB" dirty="0">
                <a:solidFill>
                  <a:srgbClr val="FF0000"/>
                </a:solidFill>
              </a:rPr>
              <a:t>if</a:t>
            </a:r>
            <a:r>
              <a:rPr lang="en-GB" dirty="0"/>
              <a:t> n &lt;= 2:</a:t>
            </a:r>
          </a:p>
          <a:p>
            <a:r>
              <a:rPr lang="en-GB" dirty="0"/>
              <a:t>        </a:t>
            </a:r>
            <a:r>
              <a:rPr lang="en-GB" dirty="0">
                <a:solidFill>
                  <a:srgbClr val="FF0000"/>
                </a:solidFill>
              </a:rPr>
              <a:t>return</a:t>
            </a:r>
            <a:r>
              <a:rPr lang="en-GB" dirty="0"/>
              <a:t> 1</a:t>
            </a:r>
          </a:p>
          <a:p>
            <a:r>
              <a:rPr lang="en-GB" dirty="0"/>
              <a:t>    </a:t>
            </a:r>
            <a:r>
              <a:rPr lang="en-GB" dirty="0">
                <a:solidFill>
                  <a:srgbClr val="FF0000"/>
                </a:solidFill>
              </a:rPr>
              <a:t>return</a:t>
            </a:r>
            <a:r>
              <a:rPr lang="en-GB" dirty="0"/>
              <a:t> fib(n - 1) + fib(n - 2)</a:t>
            </a:r>
          </a:p>
        </p:txBody>
      </p:sp>
    </p:spTree>
    <p:extLst>
      <p:ext uri="{BB962C8B-B14F-4D97-AF65-F5344CB8AC3E}">
        <p14:creationId xmlns:p14="http://schemas.microsoft.com/office/powerpoint/2010/main" val="1521846971"/>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2496B-E9C5-0708-FA3A-7EB709FD9EF3}"/>
              </a:ext>
            </a:extLst>
          </p:cNvPr>
          <p:cNvSpPr>
            <a:spLocks noGrp="1"/>
          </p:cNvSpPr>
          <p:nvPr>
            <p:ph type="title"/>
          </p:nvPr>
        </p:nvSpPr>
        <p:spPr/>
        <p:txBody>
          <a:bodyPr/>
          <a:lstStyle/>
          <a:p>
            <a:r>
              <a:rPr lang="en-GB" dirty="0"/>
              <a:t>Q5</a:t>
            </a:r>
          </a:p>
        </p:txBody>
      </p:sp>
      <p:sp>
        <p:nvSpPr>
          <p:cNvPr id="6" name="TextBox 5">
            <a:extLst>
              <a:ext uri="{FF2B5EF4-FFF2-40B4-BE49-F238E27FC236}">
                <a16:creationId xmlns:a16="http://schemas.microsoft.com/office/drawing/2014/main" id="{295A6CDF-7E0B-15C4-98E5-5D29B6EB75F8}"/>
              </a:ext>
            </a:extLst>
          </p:cNvPr>
          <p:cNvSpPr txBox="1"/>
          <p:nvPr/>
        </p:nvSpPr>
        <p:spPr>
          <a:xfrm>
            <a:off x="1415479" y="1229208"/>
            <a:ext cx="9577065" cy="4801314"/>
          </a:xfrm>
          <a:prstGeom prst="rect">
            <a:avLst/>
          </a:prstGeom>
          <a:noFill/>
        </p:spPr>
        <p:txBody>
          <a:bodyPr wrap="square">
            <a:spAutoFit/>
          </a:bodyPr>
          <a:lstStyle/>
          <a:p>
            <a:pPr>
              <a:buNone/>
            </a:pPr>
            <a:r>
              <a:rPr lang="en-GB" dirty="0"/>
              <a:t>The </a:t>
            </a:r>
            <a:r>
              <a:rPr lang="en-GB" b="1" dirty="0" err="1"/>
              <a:t>gcd</a:t>
            </a:r>
            <a:r>
              <a:rPr lang="en-GB" dirty="0"/>
              <a:t> (greatest common divisor) of two integers is the largest whole number which divides both of them. </a:t>
            </a:r>
          </a:p>
          <a:p>
            <a:pPr>
              <a:buNone/>
            </a:pPr>
            <a:endParaRPr lang="en-GB" dirty="0"/>
          </a:p>
          <a:p>
            <a:pPr>
              <a:buNone/>
            </a:pPr>
            <a:r>
              <a:rPr lang="en-GB" dirty="0"/>
              <a:t>An example: </a:t>
            </a:r>
          </a:p>
          <a:p>
            <a:pPr>
              <a:buNone/>
            </a:pPr>
            <a:r>
              <a:rPr lang="en-GB" dirty="0"/>
              <a:t>	</a:t>
            </a:r>
            <a:r>
              <a:rPr lang="en-GB" b="1" dirty="0" err="1"/>
              <a:t>gcd</a:t>
            </a:r>
            <a:r>
              <a:rPr lang="en-GB" dirty="0"/>
              <a:t>(6, 15) is 3 because 3 divides 6 and 15 but no bigger number does. </a:t>
            </a:r>
          </a:p>
          <a:p>
            <a:pPr>
              <a:buNone/>
            </a:pPr>
            <a:endParaRPr lang="en-GB" dirty="0"/>
          </a:p>
          <a:p>
            <a:pPr>
              <a:buNone/>
            </a:pPr>
            <a:r>
              <a:rPr lang="en-GB" dirty="0"/>
              <a:t>Other examples: </a:t>
            </a:r>
            <a:r>
              <a:rPr lang="en-GB" b="1" dirty="0" err="1"/>
              <a:t>gcd</a:t>
            </a:r>
            <a:r>
              <a:rPr lang="en-GB" dirty="0"/>
              <a:t>(3, 4) = 1, </a:t>
            </a:r>
            <a:r>
              <a:rPr lang="en-GB" b="1" dirty="0" err="1"/>
              <a:t>gcd</a:t>
            </a:r>
            <a:r>
              <a:rPr lang="en-GB" dirty="0"/>
              <a:t>(2, 4) = 2, </a:t>
            </a:r>
            <a:r>
              <a:rPr lang="en-GB" b="1" dirty="0" err="1"/>
              <a:t>gcd</a:t>
            </a:r>
            <a:r>
              <a:rPr lang="en-GB" dirty="0"/>
              <a:t>(12, 9) = 3 and so on. </a:t>
            </a:r>
          </a:p>
          <a:p>
            <a:pPr>
              <a:buNone/>
            </a:pPr>
            <a:endParaRPr lang="en-GB" dirty="0"/>
          </a:p>
          <a:p>
            <a:pPr>
              <a:buNone/>
            </a:pPr>
            <a:r>
              <a:rPr lang="en-GB" dirty="0"/>
              <a:t>By convention </a:t>
            </a:r>
            <a:r>
              <a:rPr lang="en-GB" b="1" dirty="0" err="1"/>
              <a:t>gcd</a:t>
            </a:r>
            <a:r>
              <a:rPr lang="en-GB" dirty="0"/>
              <a:t>(x, 0) = x = </a:t>
            </a:r>
            <a:r>
              <a:rPr lang="en-GB" b="1" dirty="0" err="1"/>
              <a:t>gcd</a:t>
            </a:r>
            <a:r>
              <a:rPr lang="en-GB" dirty="0"/>
              <a:t>(0, x) so </a:t>
            </a:r>
            <a:r>
              <a:rPr lang="en-GB" b="1" dirty="0" err="1"/>
              <a:t>gcd</a:t>
            </a:r>
            <a:r>
              <a:rPr lang="en-GB" dirty="0"/>
              <a:t>(7, 0) = 7 for example.</a:t>
            </a:r>
          </a:p>
          <a:p>
            <a:pPr>
              <a:buNone/>
            </a:pPr>
            <a:endParaRPr lang="en-GB" dirty="0"/>
          </a:p>
          <a:p>
            <a:pPr>
              <a:buNone/>
            </a:pPr>
            <a:r>
              <a:rPr lang="en-GB" dirty="0"/>
              <a:t>Euclid worked out (a long time ago) that </a:t>
            </a:r>
          </a:p>
          <a:p>
            <a:pPr>
              <a:buNone/>
            </a:pPr>
            <a:r>
              <a:rPr lang="en-GB" dirty="0"/>
              <a:t>	if </a:t>
            </a:r>
            <a:r>
              <a:rPr lang="en-GB" b="1" dirty="0"/>
              <a:t>a</a:t>
            </a:r>
            <a:r>
              <a:rPr lang="en-GB" dirty="0"/>
              <a:t> ≥ </a:t>
            </a:r>
            <a:r>
              <a:rPr lang="en-GB" b="1" dirty="0"/>
              <a:t>b</a:t>
            </a:r>
            <a:r>
              <a:rPr lang="en-GB" dirty="0"/>
              <a:t> then either </a:t>
            </a:r>
            <a:r>
              <a:rPr lang="en-GB" b="1" dirty="0"/>
              <a:t>b = 0 </a:t>
            </a:r>
            <a:r>
              <a:rPr lang="en-GB" dirty="0"/>
              <a:t>and the </a:t>
            </a:r>
            <a:r>
              <a:rPr lang="en-GB" b="1" dirty="0" err="1"/>
              <a:t>gcd</a:t>
            </a:r>
            <a:r>
              <a:rPr lang="en-GB" dirty="0"/>
              <a:t> is </a:t>
            </a:r>
            <a:r>
              <a:rPr lang="en-GB" b="1" dirty="0"/>
              <a:t>a</a:t>
            </a:r>
            <a:r>
              <a:rPr lang="en-GB" dirty="0"/>
              <a:t>, or it's the same as </a:t>
            </a:r>
            <a:r>
              <a:rPr lang="en-GB" b="1" dirty="0" err="1"/>
              <a:t>gcd</a:t>
            </a:r>
            <a:r>
              <a:rPr lang="en-GB" dirty="0"/>
              <a:t>(b, a % b). </a:t>
            </a:r>
          </a:p>
          <a:p>
            <a:pPr>
              <a:buNone/>
            </a:pPr>
            <a:endParaRPr lang="en-GB" dirty="0"/>
          </a:p>
          <a:p>
            <a:pPr>
              <a:buNone/>
            </a:pPr>
            <a:r>
              <a:rPr lang="en-GB" dirty="0"/>
              <a:t>Assuming that when the method is first called, a ≥ b, write a </a:t>
            </a:r>
            <a:r>
              <a:rPr lang="en-GB" b="1" dirty="0" err="1"/>
              <a:t>gcd</a:t>
            </a:r>
            <a:r>
              <a:rPr lang="en-GB" dirty="0"/>
              <a:t> function in JAVA.</a:t>
            </a:r>
          </a:p>
          <a:p>
            <a:pPr>
              <a:buNone/>
            </a:pPr>
            <a:endParaRPr lang="en-GB" dirty="0"/>
          </a:p>
          <a:p>
            <a:pPr>
              <a:buNone/>
            </a:pPr>
            <a:r>
              <a:rPr lang="en-GB" dirty="0"/>
              <a:t>Can you show that 1) if </a:t>
            </a:r>
            <a:r>
              <a:rPr lang="en-GB" b="1" dirty="0"/>
              <a:t>a</a:t>
            </a:r>
            <a:r>
              <a:rPr lang="en-GB" dirty="0"/>
              <a:t> ≥ </a:t>
            </a:r>
            <a:r>
              <a:rPr lang="en-GB" b="1" dirty="0"/>
              <a:t>b</a:t>
            </a:r>
            <a:r>
              <a:rPr lang="en-GB" dirty="0"/>
              <a:t> on the first call it is on all recursive calls and 2) the recursion always terminates.</a:t>
            </a:r>
          </a:p>
        </p:txBody>
      </p:sp>
    </p:spTree>
    <p:extLst>
      <p:ext uri="{BB962C8B-B14F-4D97-AF65-F5344CB8AC3E}">
        <p14:creationId xmlns:p14="http://schemas.microsoft.com/office/powerpoint/2010/main" val="2117176147"/>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A49EE-B4A5-9705-BD26-32A2941D8232}"/>
              </a:ext>
            </a:extLst>
          </p:cNvPr>
          <p:cNvSpPr>
            <a:spLocks noGrp="1"/>
          </p:cNvSpPr>
          <p:nvPr>
            <p:ph type="title"/>
          </p:nvPr>
        </p:nvSpPr>
        <p:spPr/>
        <p:txBody>
          <a:bodyPr/>
          <a:lstStyle/>
          <a:p>
            <a:r>
              <a:rPr lang="en-GB" dirty="0"/>
              <a:t>Answer: Java</a:t>
            </a:r>
          </a:p>
        </p:txBody>
      </p:sp>
      <p:sp>
        <p:nvSpPr>
          <p:cNvPr id="4" name="TextBox 3">
            <a:extLst>
              <a:ext uri="{FF2B5EF4-FFF2-40B4-BE49-F238E27FC236}">
                <a16:creationId xmlns:a16="http://schemas.microsoft.com/office/drawing/2014/main" id="{15C4DB57-5A3C-A136-596D-341440EAB65A}"/>
              </a:ext>
            </a:extLst>
          </p:cNvPr>
          <p:cNvSpPr txBox="1"/>
          <p:nvPr/>
        </p:nvSpPr>
        <p:spPr>
          <a:xfrm>
            <a:off x="1185228" y="1401867"/>
            <a:ext cx="6140824" cy="2031325"/>
          </a:xfrm>
          <a:prstGeom prst="rect">
            <a:avLst/>
          </a:prstGeom>
          <a:noFill/>
        </p:spPr>
        <p:txBody>
          <a:bodyPr wrap="square">
            <a:spAutoFit/>
          </a:bodyPr>
          <a:lstStyle/>
          <a:p>
            <a:r>
              <a:rPr lang="en-GB" dirty="0">
                <a:solidFill>
                  <a:srgbClr val="FF0000"/>
                </a:solidFill>
              </a:rPr>
              <a:t>public</a:t>
            </a:r>
            <a:r>
              <a:rPr lang="en-GB" dirty="0"/>
              <a:t> </a:t>
            </a:r>
            <a:r>
              <a:rPr lang="en-GB" dirty="0">
                <a:solidFill>
                  <a:srgbClr val="FF0000"/>
                </a:solidFill>
              </a:rPr>
              <a:t>static</a:t>
            </a:r>
            <a:r>
              <a:rPr lang="en-GB" dirty="0"/>
              <a:t> i</a:t>
            </a:r>
            <a:r>
              <a:rPr lang="en-GB" dirty="0">
                <a:solidFill>
                  <a:srgbClr val="FF0000"/>
                </a:solidFill>
              </a:rPr>
              <a:t>n</a:t>
            </a:r>
            <a:r>
              <a:rPr lang="en-GB" dirty="0"/>
              <a:t>t </a:t>
            </a:r>
            <a:r>
              <a:rPr lang="en-GB" dirty="0" err="1"/>
              <a:t>gcd</a:t>
            </a:r>
            <a:r>
              <a:rPr lang="en-GB" dirty="0"/>
              <a:t>(int a, int b) { </a:t>
            </a:r>
          </a:p>
          <a:p>
            <a:endParaRPr lang="en-GB" dirty="0"/>
          </a:p>
          <a:p>
            <a:r>
              <a:rPr lang="en-GB" dirty="0"/>
              <a:t>    // Base Case: if b is 0, the </a:t>
            </a:r>
            <a:r>
              <a:rPr lang="en-GB" dirty="0" err="1"/>
              <a:t>gcd</a:t>
            </a:r>
            <a:r>
              <a:rPr lang="en-GB" dirty="0"/>
              <a:t> is a </a:t>
            </a:r>
          </a:p>
          <a:p>
            <a:r>
              <a:rPr lang="en-GB" dirty="0"/>
              <a:t>    </a:t>
            </a:r>
            <a:r>
              <a:rPr lang="en-GB" dirty="0">
                <a:solidFill>
                  <a:srgbClr val="FF0000"/>
                </a:solidFill>
              </a:rPr>
              <a:t>if</a:t>
            </a:r>
            <a:r>
              <a:rPr lang="en-GB" dirty="0"/>
              <a:t> (b == 0)  </a:t>
            </a:r>
            <a:r>
              <a:rPr lang="en-GB" dirty="0">
                <a:solidFill>
                  <a:srgbClr val="FF0000"/>
                </a:solidFill>
              </a:rPr>
              <a:t>return</a:t>
            </a:r>
            <a:r>
              <a:rPr lang="en-GB" dirty="0"/>
              <a:t> a;  // Recursive Step: </a:t>
            </a:r>
            <a:r>
              <a:rPr lang="en-GB" dirty="0" err="1"/>
              <a:t>gcd</a:t>
            </a:r>
            <a:r>
              <a:rPr lang="en-GB" dirty="0"/>
              <a:t>(b, a % b) </a:t>
            </a:r>
          </a:p>
          <a:p>
            <a:endParaRPr lang="en-GB" dirty="0"/>
          </a:p>
          <a:p>
            <a:r>
              <a:rPr lang="en-GB" dirty="0"/>
              <a:t>    </a:t>
            </a:r>
            <a:r>
              <a:rPr lang="en-GB" dirty="0">
                <a:solidFill>
                  <a:srgbClr val="FF0000"/>
                </a:solidFill>
              </a:rPr>
              <a:t>return</a:t>
            </a:r>
            <a:r>
              <a:rPr lang="en-GB" dirty="0"/>
              <a:t> </a:t>
            </a:r>
            <a:r>
              <a:rPr lang="en-GB" dirty="0" err="1"/>
              <a:t>gcd</a:t>
            </a:r>
            <a:r>
              <a:rPr lang="en-GB" dirty="0"/>
              <a:t>(b, a % b); </a:t>
            </a:r>
          </a:p>
          <a:p>
            <a:r>
              <a:rPr lang="en-GB" dirty="0"/>
              <a:t>}</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6B13C14B-2F9D-F216-B61E-8F54F487FA8D}"/>
                  </a:ext>
                </a:extLst>
              </p:cNvPr>
              <p:cNvSpPr txBox="1"/>
              <p:nvPr/>
            </p:nvSpPr>
            <p:spPr>
              <a:xfrm>
                <a:off x="1041214" y="3582974"/>
                <a:ext cx="9649072" cy="2585323"/>
              </a:xfrm>
              <a:prstGeom prst="rect">
                <a:avLst/>
              </a:prstGeom>
              <a:noFill/>
            </p:spPr>
            <p:txBody>
              <a:bodyPr wrap="square">
                <a:spAutoFit/>
              </a:bodyPr>
              <a:lstStyle/>
              <a:p>
                <a:r>
                  <a:rPr lang="en-GB" dirty="0"/>
                  <a:t>The statement (1) is true because from the definition of %, we know that </a:t>
                </a:r>
                <a:r>
                  <a:rPr lang="en-GB" dirty="0" err="1"/>
                  <a:t>a%b</a:t>
                </a:r>
                <a:r>
                  <a:rPr lang="en-GB" dirty="0"/>
                  <a:t> &lt; b, so, every recursive call </a:t>
                </a:r>
                <a:r>
                  <a:rPr lang="en-GB" dirty="0" err="1"/>
                  <a:t>gcd</a:t>
                </a:r>
                <a:r>
                  <a:rPr lang="en-GB" dirty="0"/>
                  <a:t>(</a:t>
                </a:r>
                <a:r>
                  <a:rPr lang="en-GB" dirty="0" err="1"/>
                  <a:t>b,a%b</a:t>
                </a:r>
                <a:r>
                  <a:rPr lang="en-GB" dirty="0"/>
                  <a:t>) satisfies the condition of the first argument &gt;= the second argument.</a:t>
                </a:r>
              </a:p>
              <a:p>
                <a:endParaRPr lang="en-GB" dirty="0"/>
              </a:p>
              <a:p>
                <a:r>
                  <a:rPr lang="en-GB" dirty="0"/>
                  <a:t>To show the statement (2) is true, we need to show that the second argument will eventually reduce to ”0”. This can be proved by the fact that in every recursion, we will have a smaller 2</a:t>
                </a:r>
                <a:r>
                  <a:rPr lang="en-GB" baseline="30000" dirty="0"/>
                  <a:t>nd</a:t>
                </a:r>
                <a:r>
                  <a:rPr lang="en-GB" dirty="0"/>
                  <a:t> argument, and the 2</a:t>
                </a:r>
                <a:r>
                  <a:rPr lang="en-GB" baseline="30000" dirty="0"/>
                  <a:t>nd</a:t>
                </a:r>
                <a:r>
                  <a:rPr lang="en-GB" dirty="0"/>
                  <a:t> argument can’t be less than 0.This is simply because that </a:t>
                </a:r>
                <a14:m>
                  <m:oMath xmlns:m="http://schemas.openxmlformats.org/officeDocument/2006/math">
                    <m:r>
                      <a:rPr lang="en-GB" i="1" dirty="0" smtClean="0">
                        <a:latin typeface="Cambria Math" panose="02040503050406030204" pitchFamily="18" charset="0"/>
                      </a:rPr>
                      <m:t>0≤</m:t>
                    </m:r>
                    <m:r>
                      <a:rPr lang="en-GB" i="1" dirty="0">
                        <a:latin typeface="Cambria Math" panose="02040503050406030204" pitchFamily="18" charset="0"/>
                      </a:rPr>
                      <m:t> </m:t>
                    </m:r>
                    <m:r>
                      <a:rPr lang="en-GB" i="1" dirty="0">
                        <a:latin typeface="Cambria Math" panose="02040503050406030204" pitchFamily="18" charset="0"/>
                      </a:rPr>
                      <m:t>𝑎</m:t>
                    </m:r>
                    <m:r>
                      <a:rPr lang="en-GB" i="1" dirty="0">
                        <a:latin typeface="Cambria Math" panose="02040503050406030204" pitchFamily="18" charset="0"/>
                      </a:rPr>
                      <m:t>%</m:t>
                    </m:r>
                    <m:r>
                      <a:rPr lang="en-GB" i="1" dirty="0">
                        <a:latin typeface="Cambria Math" panose="02040503050406030204" pitchFamily="18" charset="0"/>
                      </a:rPr>
                      <m:t>𝑏</m:t>
                    </m:r>
                    <m:r>
                      <a:rPr lang="en-GB" i="1" dirty="0">
                        <a:latin typeface="Cambria Math" panose="02040503050406030204" pitchFamily="18" charset="0"/>
                      </a:rPr>
                      <m:t> &lt; </m:t>
                    </m:r>
                    <m:r>
                      <a:rPr lang="en-GB" i="1" dirty="0" err="1">
                        <a:latin typeface="Cambria Math" panose="02040503050406030204" pitchFamily="18" charset="0"/>
                      </a:rPr>
                      <m:t>𝑏</m:t>
                    </m:r>
                  </m:oMath>
                </a14:m>
                <a:r>
                  <a:rPr lang="en-GB" dirty="0"/>
                  <a:t>, so we know that the 2</a:t>
                </a:r>
                <a:r>
                  <a:rPr lang="en-GB" baseline="30000" dirty="0"/>
                  <a:t>nd</a:t>
                </a:r>
                <a:r>
                  <a:rPr lang="en-GB" dirty="0"/>
                  <a:t> argument is guaranteed to be reduced on each recursion. Therefore, it must be eventually reduced to ”0”.</a:t>
                </a:r>
              </a:p>
            </p:txBody>
          </p:sp>
        </mc:Choice>
        <mc:Fallback>
          <p:sp>
            <p:nvSpPr>
              <p:cNvPr id="6" name="TextBox 5">
                <a:extLst>
                  <a:ext uri="{FF2B5EF4-FFF2-40B4-BE49-F238E27FC236}">
                    <a16:creationId xmlns:a16="http://schemas.microsoft.com/office/drawing/2014/main" id="{6B13C14B-2F9D-F216-B61E-8F54F487FA8D}"/>
                  </a:ext>
                </a:extLst>
              </p:cNvPr>
              <p:cNvSpPr txBox="1">
                <a:spLocks noRot="1" noChangeAspect="1" noMove="1" noResize="1" noEditPoints="1" noAdjustHandles="1" noChangeArrowheads="1" noChangeShapeType="1" noTextEdit="1"/>
              </p:cNvSpPr>
              <p:nvPr/>
            </p:nvSpPr>
            <p:spPr>
              <a:xfrm>
                <a:off x="1041214" y="3582974"/>
                <a:ext cx="9649072" cy="2585323"/>
              </a:xfrm>
              <a:prstGeom prst="rect">
                <a:avLst/>
              </a:prstGeom>
              <a:blipFill>
                <a:blip r:embed="rId2"/>
                <a:stretch>
                  <a:fillRect l="-569" t="-1415" r="-695" b="-2830"/>
                </a:stretch>
              </a:blipFill>
            </p:spPr>
            <p:txBody>
              <a:bodyPr/>
              <a:lstStyle/>
              <a:p>
                <a:r>
                  <a:rPr lang="en-GB">
                    <a:noFill/>
                  </a:rPr>
                  <a:t> </a:t>
                </a:r>
              </a:p>
            </p:txBody>
          </p:sp>
        </mc:Fallback>
      </mc:AlternateContent>
    </p:spTree>
    <p:extLst>
      <p:ext uri="{BB962C8B-B14F-4D97-AF65-F5344CB8AC3E}">
        <p14:creationId xmlns:p14="http://schemas.microsoft.com/office/powerpoint/2010/main" val="1432028917"/>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9C0B9-AA45-7D4D-6071-01F01BE0C3B5}"/>
              </a:ext>
            </a:extLst>
          </p:cNvPr>
          <p:cNvSpPr>
            <a:spLocks noGrp="1"/>
          </p:cNvSpPr>
          <p:nvPr>
            <p:ph type="title"/>
          </p:nvPr>
        </p:nvSpPr>
        <p:spPr/>
        <p:txBody>
          <a:bodyPr/>
          <a:lstStyle/>
          <a:p>
            <a:r>
              <a:rPr lang="en-GB" dirty="0"/>
              <a:t>Q6</a:t>
            </a:r>
          </a:p>
        </p:txBody>
      </p:sp>
      <p:sp>
        <p:nvSpPr>
          <p:cNvPr id="4" name="Rectangle 2">
            <a:extLst>
              <a:ext uri="{FF2B5EF4-FFF2-40B4-BE49-F238E27FC236}">
                <a16:creationId xmlns:a16="http://schemas.microsoft.com/office/drawing/2014/main" id="{B1721601-FB73-77C1-1CCD-5586EB95715B}"/>
              </a:ext>
            </a:extLst>
          </p:cNvPr>
          <p:cNvSpPr>
            <a:spLocks noChangeArrowheads="1"/>
          </p:cNvSpPr>
          <p:nvPr/>
        </p:nvSpPr>
        <p:spPr bwMode="auto">
          <a:xfrm>
            <a:off x="707739" y="1412776"/>
            <a:ext cx="1014078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In Pascal's triangle each number is the sum of the number above it and number diagonally above it to the left (if there is no such number assume use zero). The first few rows are:</a:t>
            </a:r>
            <a:endParaRPr kumimoji="0" lang="en-US" altLang="en-US" sz="1800" b="0" i="0" u="none" strike="noStrike" cap="none" normalizeH="0" baseline="0" dirty="0">
              <a:ln>
                <a:noFill/>
              </a:ln>
              <a:solidFill>
                <a:schemeClr val="tx1"/>
              </a:solidFill>
              <a:effectLst/>
            </a:endParaRPr>
          </a:p>
        </p:txBody>
      </p:sp>
      <p:sp>
        <p:nvSpPr>
          <p:cNvPr id="5" name="Rectangle 4">
            <a:extLst>
              <a:ext uri="{FF2B5EF4-FFF2-40B4-BE49-F238E27FC236}">
                <a16:creationId xmlns:a16="http://schemas.microsoft.com/office/drawing/2014/main" id="{EA4EC163-DF19-4303-D892-FEE50759B43E}"/>
              </a:ext>
            </a:extLst>
          </p:cNvPr>
          <p:cNvSpPr/>
          <p:nvPr/>
        </p:nvSpPr>
        <p:spPr>
          <a:xfrm>
            <a:off x="7302168" y="2672251"/>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1</a:t>
            </a:r>
          </a:p>
        </p:txBody>
      </p:sp>
      <p:sp>
        <p:nvSpPr>
          <p:cNvPr id="8" name="Rectangle 7">
            <a:extLst>
              <a:ext uri="{FF2B5EF4-FFF2-40B4-BE49-F238E27FC236}">
                <a16:creationId xmlns:a16="http://schemas.microsoft.com/office/drawing/2014/main" id="{ADDB33F3-F966-682D-6D13-9CDB41EE7650}"/>
              </a:ext>
            </a:extLst>
          </p:cNvPr>
          <p:cNvSpPr/>
          <p:nvPr/>
        </p:nvSpPr>
        <p:spPr>
          <a:xfrm>
            <a:off x="7122168" y="3032251"/>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1</a:t>
            </a:r>
          </a:p>
        </p:txBody>
      </p:sp>
      <p:sp>
        <p:nvSpPr>
          <p:cNvPr id="9" name="Rectangle 8">
            <a:extLst>
              <a:ext uri="{FF2B5EF4-FFF2-40B4-BE49-F238E27FC236}">
                <a16:creationId xmlns:a16="http://schemas.microsoft.com/office/drawing/2014/main" id="{C8B9C6B7-B702-7411-688A-5E2E28C0C85E}"/>
              </a:ext>
            </a:extLst>
          </p:cNvPr>
          <p:cNvSpPr/>
          <p:nvPr/>
        </p:nvSpPr>
        <p:spPr>
          <a:xfrm>
            <a:off x="7482168" y="3032251"/>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1</a:t>
            </a:r>
          </a:p>
        </p:txBody>
      </p:sp>
      <p:sp>
        <p:nvSpPr>
          <p:cNvPr id="10" name="Rectangle 9">
            <a:extLst>
              <a:ext uri="{FF2B5EF4-FFF2-40B4-BE49-F238E27FC236}">
                <a16:creationId xmlns:a16="http://schemas.microsoft.com/office/drawing/2014/main" id="{29DA1958-688B-FAA7-89D6-CDA127AA1E91}"/>
              </a:ext>
            </a:extLst>
          </p:cNvPr>
          <p:cNvSpPr/>
          <p:nvPr/>
        </p:nvSpPr>
        <p:spPr>
          <a:xfrm>
            <a:off x="7302168" y="3391879"/>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2</a:t>
            </a:r>
          </a:p>
        </p:txBody>
      </p:sp>
      <p:sp>
        <p:nvSpPr>
          <p:cNvPr id="11" name="Rectangle 10">
            <a:extLst>
              <a:ext uri="{FF2B5EF4-FFF2-40B4-BE49-F238E27FC236}">
                <a16:creationId xmlns:a16="http://schemas.microsoft.com/office/drawing/2014/main" id="{FD8E4325-2910-4A7A-C0A6-F7022C0C7A0A}"/>
              </a:ext>
            </a:extLst>
          </p:cNvPr>
          <p:cNvSpPr/>
          <p:nvPr/>
        </p:nvSpPr>
        <p:spPr>
          <a:xfrm>
            <a:off x="7662168" y="3391879"/>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1</a:t>
            </a:r>
          </a:p>
        </p:txBody>
      </p:sp>
      <p:sp>
        <p:nvSpPr>
          <p:cNvPr id="14" name="Rectangle 13">
            <a:extLst>
              <a:ext uri="{FF2B5EF4-FFF2-40B4-BE49-F238E27FC236}">
                <a16:creationId xmlns:a16="http://schemas.microsoft.com/office/drawing/2014/main" id="{2BB972B9-7557-2136-5CA2-EA0D448DFFCC}"/>
              </a:ext>
            </a:extLst>
          </p:cNvPr>
          <p:cNvSpPr/>
          <p:nvPr/>
        </p:nvSpPr>
        <p:spPr>
          <a:xfrm>
            <a:off x="6943359" y="3391879"/>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1</a:t>
            </a:r>
          </a:p>
        </p:txBody>
      </p:sp>
      <p:sp>
        <p:nvSpPr>
          <p:cNvPr id="15" name="Rectangle 14">
            <a:extLst>
              <a:ext uri="{FF2B5EF4-FFF2-40B4-BE49-F238E27FC236}">
                <a16:creationId xmlns:a16="http://schemas.microsoft.com/office/drawing/2014/main" id="{BFB1AD0F-C05D-A28C-6E51-FCF8D54744F2}"/>
              </a:ext>
            </a:extLst>
          </p:cNvPr>
          <p:cNvSpPr/>
          <p:nvPr/>
        </p:nvSpPr>
        <p:spPr>
          <a:xfrm>
            <a:off x="7480977" y="3751879"/>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3</a:t>
            </a:r>
          </a:p>
        </p:txBody>
      </p:sp>
      <p:sp>
        <p:nvSpPr>
          <p:cNvPr id="16" name="Rectangle 15">
            <a:extLst>
              <a:ext uri="{FF2B5EF4-FFF2-40B4-BE49-F238E27FC236}">
                <a16:creationId xmlns:a16="http://schemas.microsoft.com/office/drawing/2014/main" id="{18CBD2C4-8859-92C6-E287-618C536454BF}"/>
              </a:ext>
            </a:extLst>
          </p:cNvPr>
          <p:cNvSpPr/>
          <p:nvPr/>
        </p:nvSpPr>
        <p:spPr>
          <a:xfrm>
            <a:off x="7840977" y="3751879"/>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1</a:t>
            </a:r>
          </a:p>
        </p:txBody>
      </p:sp>
      <p:sp>
        <p:nvSpPr>
          <p:cNvPr id="19" name="Rectangle 18">
            <a:extLst>
              <a:ext uri="{FF2B5EF4-FFF2-40B4-BE49-F238E27FC236}">
                <a16:creationId xmlns:a16="http://schemas.microsoft.com/office/drawing/2014/main" id="{066DB866-F4FD-1613-1DCF-566DA0CDE15F}"/>
              </a:ext>
            </a:extLst>
          </p:cNvPr>
          <p:cNvSpPr/>
          <p:nvPr/>
        </p:nvSpPr>
        <p:spPr>
          <a:xfrm>
            <a:off x="7122168" y="3751879"/>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3</a:t>
            </a:r>
          </a:p>
        </p:txBody>
      </p:sp>
      <p:sp>
        <p:nvSpPr>
          <p:cNvPr id="21" name="Rectangle 20">
            <a:extLst>
              <a:ext uri="{FF2B5EF4-FFF2-40B4-BE49-F238E27FC236}">
                <a16:creationId xmlns:a16="http://schemas.microsoft.com/office/drawing/2014/main" id="{7070A777-3EBB-EA4A-BDE6-2D129F4A8C69}"/>
              </a:ext>
            </a:extLst>
          </p:cNvPr>
          <p:cNvSpPr/>
          <p:nvPr/>
        </p:nvSpPr>
        <p:spPr>
          <a:xfrm>
            <a:off x="6760977" y="3751879"/>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1</a:t>
            </a:r>
          </a:p>
        </p:txBody>
      </p:sp>
      <p:sp>
        <p:nvSpPr>
          <p:cNvPr id="22" name="Rectangle 21">
            <a:extLst>
              <a:ext uri="{FF2B5EF4-FFF2-40B4-BE49-F238E27FC236}">
                <a16:creationId xmlns:a16="http://schemas.microsoft.com/office/drawing/2014/main" id="{2683B241-899A-73C8-A5D4-BC6FB65E101E}"/>
              </a:ext>
            </a:extLst>
          </p:cNvPr>
          <p:cNvSpPr/>
          <p:nvPr/>
        </p:nvSpPr>
        <p:spPr>
          <a:xfrm>
            <a:off x="7662168" y="4111507"/>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4</a:t>
            </a:r>
          </a:p>
        </p:txBody>
      </p:sp>
      <p:sp>
        <p:nvSpPr>
          <p:cNvPr id="23" name="Rectangle 22">
            <a:extLst>
              <a:ext uri="{FF2B5EF4-FFF2-40B4-BE49-F238E27FC236}">
                <a16:creationId xmlns:a16="http://schemas.microsoft.com/office/drawing/2014/main" id="{24EC5C7D-A8CE-9B66-30B0-83844F6299C1}"/>
              </a:ext>
            </a:extLst>
          </p:cNvPr>
          <p:cNvSpPr/>
          <p:nvPr/>
        </p:nvSpPr>
        <p:spPr>
          <a:xfrm>
            <a:off x="8022168" y="4111507"/>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1</a:t>
            </a:r>
          </a:p>
        </p:txBody>
      </p:sp>
      <p:sp>
        <p:nvSpPr>
          <p:cNvPr id="26" name="Rectangle 25">
            <a:extLst>
              <a:ext uri="{FF2B5EF4-FFF2-40B4-BE49-F238E27FC236}">
                <a16:creationId xmlns:a16="http://schemas.microsoft.com/office/drawing/2014/main" id="{4D82267A-F592-10F5-1116-A1E051E0FF5C}"/>
              </a:ext>
            </a:extLst>
          </p:cNvPr>
          <p:cNvSpPr/>
          <p:nvPr/>
        </p:nvSpPr>
        <p:spPr>
          <a:xfrm>
            <a:off x="7303359" y="4111507"/>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6</a:t>
            </a:r>
          </a:p>
        </p:txBody>
      </p:sp>
      <p:sp>
        <p:nvSpPr>
          <p:cNvPr id="28" name="Rectangle 27">
            <a:extLst>
              <a:ext uri="{FF2B5EF4-FFF2-40B4-BE49-F238E27FC236}">
                <a16:creationId xmlns:a16="http://schemas.microsoft.com/office/drawing/2014/main" id="{5291C6A2-07A7-85BE-2FCA-115809E74274}"/>
              </a:ext>
            </a:extLst>
          </p:cNvPr>
          <p:cNvSpPr/>
          <p:nvPr/>
        </p:nvSpPr>
        <p:spPr>
          <a:xfrm>
            <a:off x="6942168" y="4111507"/>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4</a:t>
            </a:r>
          </a:p>
        </p:txBody>
      </p:sp>
      <p:sp>
        <p:nvSpPr>
          <p:cNvPr id="30" name="Rectangle 29">
            <a:extLst>
              <a:ext uri="{FF2B5EF4-FFF2-40B4-BE49-F238E27FC236}">
                <a16:creationId xmlns:a16="http://schemas.microsoft.com/office/drawing/2014/main" id="{ED5E52D0-F89A-03BA-5C6C-4A7A64C3F594}"/>
              </a:ext>
            </a:extLst>
          </p:cNvPr>
          <p:cNvSpPr/>
          <p:nvPr/>
        </p:nvSpPr>
        <p:spPr>
          <a:xfrm>
            <a:off x="6580977" y="4111507"/>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1</a:t>
            </a:r>
          </a:p>
        </p:txBody>
      </p:sp>
      <p:sp>
        <p:nvSpPr>
          <p:cNvPr id="31" name="Oval 30">
            <a:extLst>
              <a:ext uri="{FF2B5EF4-FFF2-40B4-BE49-F238E27FC236}">
                <a16:creationId xmlns:a16="http://schemas.microsoft.com/office/drawing/2014/main" id="{99BC2D9B-4C6D-552D-AB18-36FCD983EEA0}"/>
              </a:ext>
            </a:extLst>
          </p:cNvPr>
          <p:cNvSpPr/>
          <p:nvPr/>
        </p:nvSpPr>
        <p:spPr>
          <a:xfrm>
            <a:off x="7142550" y="4581128"/>
            <a:ext cx="108000" cy="108000"/>
          </a:xfrm>
          <a:prstGeom prst="ellipse">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2" name="Oval 31">
            <a:extLst>
              <a:ext uri="{FF2B5EF4-FFF2-40B4-BE49-F238E27FC236}">
                <a16:creationId xmlns:a16="http://schemas.microsoft.com/office/drawing/2014/main" id="{E6B8C682-84BE-6C3E-F516-9B0996AB0F4D}"/>
              </a:ext>
            </a:extLst>
          </p:cNvPr>
          <p:cNvSpPr/>
          <p:nvPr/>
        </p:nvSpPr>
        <p:spPr>
          <a:xfrm>
            <a:off x="7375359" y="4582244"/>
            <a:ext cx="108000" cy="108000"/>
          </a:xfrm>
          <a:prstGeom prst="ellipse">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7CE5DEE3-48A6-AEFC-E1D7-AD8DFA4FEDC9}"/>
              </a:ext>
            </a:extLst>
          </p:cNvPr>
          <p:cNvSpPr/>
          <p:nvPr/>
        </p:nvSpPr>
        <p:spPr>
          <a:xfrm>
            <a:off x="7608168" y="4581128"/>
            <a:ext cx="108000" cy="108000"/>
          </a:xfrm>
          <a:prstGeom prst="ellipse">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35" name="pascal's triangle">
            <a:hlinkClick r:id="" action="ppaction://media"/>
            <a:extLst>
              <a:ext uri="{FF2B5EF4-FFF2-40B4-BE49-F238E27FC236}">
                <a16:creationId xmlns:a16="http://schemas.microsoft.com/office/drawing/2014/main" id="{ECFD0AE2-2E3F-F1F3-A6D5-351178672606}"/>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51529" y="2214364"/>
            <a:ext cx="3657600" cy="3581400"/>
          </a:xfrm>
          <a:prstGeom prst="rect">
            <a:avLst/>
          </a:prstGeom>
        </p:spPr>
      </p:pic>
    </p:spTree>
    <p:extLst>
      <p:ext uri="{BB962C8B-B14F-4D97-AF65-F5344CB8AC3E}">
        <p14:creationId xmlns:p14="http://schemas.microsoft.com/office/powerpoint/2010/main" val="308107191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883" fill="hold"/>
                                        <p:tgtEl>
                                          <p:spTgt spid="35"/>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up)">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up)">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up)">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up)">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up)">
                                      <p:cBhvr>
                                        <p:cTn id="36" dur="500"/>
                                        <p:tgtEl>
                                          <p:spTgt spid="1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wipe(up)">
                                      <p:cBhvr>
                                        <p:cTn id="41" dur="500"/>
                                        <p:tgtEl>
                                          <p:spTgt spid="2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up)">
                                      <p:cBhvr>
                                        <p:cTn id="46" dur="500"/>
                                        <p:tgtEl>
                                          <p:spTgt spid="1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up)">
                                      <p:cBhvr>
                                        <p:cTn id="51" dur="500"/>
                                        <p:tgtEl>
                                          <p:spTgt spid="1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wipe(up)">
                                      <p:cBhvr>
                                        <p:cTn id="56" dur="500"/>
                                        <p:tgtEl>
                                          <p:spTgt spid="16"/>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wipe(up)">
                                      <p:cBhvr>
                                        <p:cTn id="61" dur="500"/>
                                        <p:tgtEl>
                                          <p:spTgt spid="30"/>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wipe(up)">
                                      <p:cBhvr>
                                        <p:cTn id="66" dur="500"/>
                                        <p:tgtEl>
                                          <p:spTgt spid="28"/>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grpId="0" nodeType="click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wipe(up)">
                                      <p:cBhvr>
                                        <p:cTn id="71" dur="500"/>
                                        <p:tgtEl>
                                          <p:spTgt spid="26"/>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grpId="0" nodeType="clickEffect">
                                  <p:stCondLst>
                                    <p:cond delay="0"/>
                                  </p:stCondLst>
                                  <p:childTnLst>
                                    <p:set>
                                      <p:cBhvr>
                                        <p:cTn id="75" dur="1" fill="hold">
                                          <p:stCondLst>
                                            <p:cond delay="0"/>
                                          </p:stCondLst>
                                        </p:cTn>
                                        <p:tgtEl>
                                          <p:spTgt spid="22"/>
                                        </p:tgtEl>
                                        <p:attrNameLst>
                                          <p:attrName>style.visibility</p:attrName>
                                        </p:attrNameLst>
                                      </p:cBhvr>
                                      <p:to>
                                        <p:strVal val="visible"/>
                                      </p:to>
                                    </p:set>
                                    <p:animEffect transition="in" filter="wipe(up)">
                                      <p:cBhvr>
                                        <p:cTn id="76" dur="500"/>
                                        <p:tgtEl>
                                          <p:spTgt spid="22"/>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1" fill="hold" grpId="0" nodeType="clickEffect">
                                  <p:stCondLst>
                                    <p:cond delay="0"/>
                                  </p:stCondLst>
                                  <p:childTnLst>
                                    <p:set>
                                      <p:cBhvr>
                                        <p:cTn id="80" dur="1" fill="hold">
                                          <p:stCondLst>
                                            <p:cond delay="0"/>
                                          </p:stCondLst>
                                        </p:cTn>
                                        <p:tgtEl>
                                          <p:spTgt spid="23"/>
                                        </p:tgtEl>
                                        <p:attrNameLst>
                                          <p:attrName>style.visibility</p:attrName>
                                        </p:attrNameLst>
                                      </p:cBhvr>
                                      <p:to>
                                        <p:strVal val="visible"/>
                                      </p:to>
                                    </p:set>
                                    <p:animEffect transition="in" filter="wipe(up)">
                                      <p:cBhvr>
                                        <p:cTn id="81" dur="500"/>
                                        <p:tgtEl>
                                          <p:spTgt spid="23"/>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wipe(left)">
                                      <p:cBhvr>
                                        <p:cTn id="86" dur="500"/>
                                        <p:tgtEl>
                                          <p:spTgt spid="31"/>
                                        </p:tgtEl>
                                      </p:cBhvr>
                                    </p:animEffect>
                                  </p:childTnLst>
                                </p:cTn>
                              </p:par>
                              <p:par>
                                <p:cTn id="87" presetID="22" presetClass="entr" presetSubtype="8" fill="hold" grpId="0"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wipe(left)">
                                      <p:cBhvr>
                                        <p:cTn id="89" dur="500"/>
                                        <p:tgtEl>
                                          <p:spTgt spid="32"/>
                                        </p:tgtEl>
                                      </p:cBhvr>
                                    </p:animEffect>
                                  </p:childTnLst>
                                </p:cTn>
                              </p:par>
                              <p:par>
                                <p:cTn id="90" presetID="22" presetClass="entr" presetSubtype="8" fill="hold" grpId="0" nodeType="with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wipe(left)">
                                      <p:cBhvr>
                                        <p:cTn id="9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93" fill="hold" display="0">
                  <p:stCondLst>
                    <p:cond delay="indefinite"/>
                  </p:stCondLst>
                </p:cTn>
                <p:tgtEl>
                  <p:spTgt spid="35"/>
                </p:tgtEl>
              </p:cMediaNode>
            </p:video>
            <p:seq concurrent="1" nextAc="seek">
              <p:cTn id="94" restart="whenNotActive" fill="hold" evtFilter="cancelBubble" nodeType="interactiveSeq">
                <p:stCondLst>
                  <p:cond evt="onClick" delay="0">
                    <p:tgtEl>
                      <p:spTgt spid="35"/>
                    </p:tgtEl>
                  </p:cond>
                </p:stCondLst>
                <p:endSync evt="end" delay="0">
                  <p:rtn val="all"/>
                </p:endSync>
                <p:childTnLst>
                  <p:par>
                    <p:cTn id="95" fill="hold">
                      <p:stCondLst>
                        <p:cond delay="0"/>
                      </p:stCondLst>
                      <p:childTnLst>
                        <p:par>
                          <p:cTn id="96" fill="hold">
                            <p:stCondLst>
                              <p:cond delay="0"/>
                            </p:stCondLst>
                            <p:childTnLst>
                              <p:par>
                                <p:cTn id="97" presetID="2" presetClass="mediacall" presetSubtype="0" fill="hold" nodeType="clickEffect">
                                  <p:stCondLst>
                                    <p:cond delay="0"/>
                                  </p:stCondLst>
                                  <p:childTnLst>
                                    <p:cmd type="call" cmd="togglePause">
                                      <p:cBhvr>
                                        <p:cTn id="98" dur="1" fill="hold"/>
                                        <p:tgtEl>
                                          <p:spTgt spid="35"/>
                                        </p:tgtEl>
                                      </p:cBhvr>
                                    </p:cmd>
                                  </p:childTnLst>
                                </p:cTn>
                              </p:par>
                            </p:childTnLst>
                          </p:cTn>
                        </p:par>
                      </p:childTnLst>
                    </p:cTn>
                  </p:par>
                </p:childTnLst>
              </p:cTn>
              <p:nextCondLst>
                <p:cond evt="onClick" delay="0">
                  <p:tgtEl>
                    <p:spTgt spid="35"/>
                  </p:tgtEl>
                </p:cond>
              </p:nextCondLst>
            </p:seq>
          </p:childTnLst>
        </p:cTn>
      </p:par>
    </p:tnLst>
    <p:bldLst>
      <p:bldP spid="5" grpId="0" animBg="1"/>
      <p:bldP spid="8" grpId="0" animBg="1"/>
      <p:bldP spid="9" grpId="0" animBg="1"/>
      <p:bldP spid="10" grpId="0" animBg="1"/>
      <p:bldP spid="11" grpId="0" animBg="1"/>
      <p:bldP spid="14" grpId="0" animBg="1"/>
      <p:bldP spid="15" grpId="0" animBg="1"/>
      <p:bldP spid="16" grpId="0" animBg="1"/>
      <p:bldP spid="19" grpId="0" animBg="1"/>
      <p:bldP spid="21" grpId="0" animBg="1"/>
      <p:bldP spid="22" grpId="0" animBg="1"/>
      <p:bldP spid="23" grpId="0" animBg="1"/>
      <p:bldP spid="26" grpId="0" animBg="1"/>
      <p:bldP spid="28" grpId="0" animBg="1"/>
      <p:bldP spid="30" grpId="0" animBg="1"/>
      <p:bldP spid="31" grpId="0" animBg="1"/>
      <p:bldP spid="32" grpId="0" animBg="1"/>
      <p:bldP spid="3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D7AD2-0F4D-2770-ACCD-102696B5AE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1D078B-EFC2-D55E-403E-12B22A0A3E3E}"/>
              </a:ext>
            </a:extLst>
          </p:cNvPr>
          <p:cNvSpPr>
            <a:spLocks noGrp="1"/>
          </p:cNvSpPr>
          <p:nvPr>
            <p:ph type="title"/>
          </p:nvPr>
        </p:nvSpPr>
        <p:spPr/>
        <p:txBody>
          <a:bodyPr/>
          <a:lstStyle/>
          <a:p>
            <a:r>
              <a:rPr lang="en-GB" dirty="0"/>
              <a:t>Q6</a:t>
            </a:r>
          </a:p>
        </p:txBody>
      </p:sp>
      <mc:AlternateContent xmlns:mc="http://schemas.openxmlformats.org/markup-compatibility/2006">
        <mc:Choice xmlns:a14="http://schemas.microsoft.com/office/drawing/2010/main" Requires="a14">
          <p:sp>
            <p:nvSpPr>
              <p:cNvPr id="4" name="Rectangle 2">
                <a:extLst>
                  <a:ext uri="{FF2B5EF4-FFF2-40B4-BE49-F238E27FC236}">
                    <a16:creationId xmlns:a16="http://schemas.microsoft.com/office/drawing/2014/main" id="{7F61C885-A648-FB78-6170-9A3D50CD9D1E}"/>
                  </a:ext>
                </a:extLst>
              </p:cNvPr>
              <p:cNvSpPr>
                <a:spLocks noChangeArrowheads="1"/>
              </p:cNvSpPr>
              <p:nvPr/>
            </p:nvSpPr>
            <p:spPr bwMode="auto">
              <a:xfrm>
                <a:off x="335360" y="4077072"/>
                <a:ext cx="10920536" cy="14822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kumimoji="0" lang="en-US" altLang="en-US" sz="1800" b="0" i="0" u="none" strike="noStrike" cap="none" normalizeH="0" baseline="0" dirty="0">
                    <a:ln>
                      <a:noFill/>
                    </a:ln>
                    <a:solidFill>
                      <a:schemeClr val="tx1"/>
                    </a:solidFill>
                    <a:effectLst/>
                    <a:latin typeface="Google Sans Text"/>
                  </a:rPr>
                  <a:t>We will write </a:t>
                </a:r>
                <a14:m>
                  <m:oMath xmlns:m="http://schemas.openxmlformats.org/officeDocument/2006/math">
                    <m:r>
                      <a:rPr kumimoji="0" lang="en-US" altLang="en-US" sz="1800" b="0" i="1" u="none" strike="noStrike" cap="none" normalizeH="0" baseline="0" dirty="0" smtClean="0">
                        <a:ln>
                          <a:noFill/>
                        </a:ln>
                        <a:solidFill>
                          <a:schemeClr val="tx1"/>
                        </a:solidFill>
                        <a:effectLst/>
                        <a:latin typeface="Cambria Math" panose="02040503050406030204" pitchFamily="18" charset="0"/>
                      </a:rPr>
                      <m:t>𝐶</m:t>
                    </m:r>
                    <m:r>
                      <a:rPr kumimoji="0" lang="en-US" altLang="en-US" sz="1800" b="0" i="1" u="none" strike="noStrike" cap="none" normalizeH="0" baseline="0" dirty="0" smtClean="0">
                        <a:ln>
                          <a:noFill/>
                        </a:ln>
                        <a:solidFill>
                          <a:schemeClr val="tx1"/>
                        </a:solidFill>
                        <a:effectLst/>
                        <a:latin typeface="Cambria Math" panose="02040503050406030204" pitchFamily="18" charset="0"/>
                      </a:rPr>
                      <m:t>(</m:t>
                    </m:r>
                    <m:r>
                      <a:rPr kumimoji="0" lang="en-US" altLang="en-US" sz="1800" b="0" i="1" u="none" strike="noStrike" cap="none" normalizeH="0" baseline="0" dirty="0" smtClean="0">
                        <a:ln>
                          <a:noFill/>
                        </a:ln>
                        <a:solidFill>
                          <a:schemeClr val="tx1"/>
                        </a:solidFill>
                        <a:effectLst/>
                        <a:latin typeface="Cambria Math" panose="02040503050406030204" pitchFamily="18" charset="0"/>
                      </a:rPr>
                      <m:t>𝑛</m:t>
                    </m:r>
                    <m:r>
                      <a:rPr kumimoji="0" lang="en-US" altLang="en-US" sz="1800" b="0" i="1" u="none" strike="noStrike" cap="none" normalizeH="0" baseline="0" dirty="0" smtClean="0">
                        <a:ln>
                          <a:noFill/>
                        </a:ln>
                        <a:solidFill>
                          <a:schemeClr val="tx1"/>
                        </a:solidFill>
                        <a:effectLst/>
                        <a:latin typeface="Cambria Math" panose="02040503050406030204" pitchFamily="18" charset="0"/>
                      </a:rPr>
                      <m:t>, </m:t>
                    </m:r>
                    <m:r>
                      <a:rPr kumimoji="0" lang="en-US" altLang="en-US" sz="1800" b="0" i="1" u="none" strike="noStrike" cap="none" normalizeH="0" baseline="0" dirty="0" err="1" smtClean="0">
                        <a:ln>
                          <a:noFill/>
                        </a:ln>
                        <a:solidFill>
                          <a:schemeClr val="tx1"/>
                        </a:solidFill>
                        <a:effectLst/>
                        <a:latin typeface="Cambria Math" panose="02040503050406030204" pitchFamily="18" charset="0"/>
                      </a:rPr>
                      <m:t>𝑖</m:t>
                    </m:r>
                    <m:r>
                      <a:rPr kumimoji="0" lang="en-US" altLang="en-US" sz="1800" b="0" i="1" u="none" strike="noStrike" cap="none" normalizeH="0" baseline="0" dirty="0" smtClean="0">
                        <a:ln>
                          <a:noFill/>
                        </a:ln>
                        <a:solidFill>
                          <a:schemeClr val="tx1"/>
                        </a:solidFill>
                        <a:effectLst/>
                        <a:latin typeface="Cambria Math" panose="02040503050406030204" pitchFamily="18" charset="0"/>
                      </a:rPr>
                      <m:t>)</m:t>
                    </m:r>
                  </m:oMath>
                </a14:m>
                <a:r>
                  <a:rPr kumimoji="0" lang="en-US" altLang="en-US" sz="1800" b="0" i="0" u="none" strike="noStrike" cap="none" normalizeH="0" baseline="0" dirty="0">
                    <a:ln>
                      <a:noFill/>
                    </a:ln>
                    <a:solidFill>
                      <a:schemeClr val="tx1"/>
                    </a:solidFill>
                    <a:effectLst/>
                    <a:latin typeface="Google Sans Text"/>
                  </a:rPr>
                  <a:t> for the </a:t>
                </a:r>
                <a14:m>
                  <m:oMath xmlns:m="http://schemas.openxmlformats.org/officeDocument/2006/math">
                    <m:sSup>
                      <m:sSupPr>
                        <m:ctrlPr>
                          <a:rPr kumimoji="0" lang="en-US" altLang="en-US" sz="1800" b="0" i="1" u="none" strike="noStrike" cap="none" normalizeH="0" baseline="0" dirty="0" smtClean="0">
                            <a:ln>
                              <a:noFill/>
                            </a:ln>
                            <a:solidFill>
                              <a:schemeClr val="tx1"/>
                            </a:solidFill>
                            <a:effectLst/>
                            <a:latin typeface="Cambria Math" panose="02040503050406030204" pitchFamily="18" charset="0"/>
                          </a:rPr>
                        </m:ctrlPr>
                      </m:sSupPr>
                      <m:e>
                        <m:r>
                          <a:rPr kumimoji="0" lang="en-US" altLang="en-US" sz="1800" b="0" i="1" u="none" strike="noStrike" cap="none" normalizeH="0" baseline="0" dirty="0" smtClean="0">
                            <a:ln>
                              <a:noFill/>
                            </a:ln>
                            <a:solidFill>
                              <a:schemeClr val="tx1"/>
                            </a:solidFill>
                            <a:effectLst/>
                            <a:latin typeface="Cambria Math" panose="02040503050406030204" pitchFamily="18" charset="0"/>
                          </a:rPr>
                          <m:t>𝑖</m:t>
                        </m:r>
                      </m:e>
                      <m:sup>
                        <m:r>
                          <a:rPr lang="en-US" altLang="en-US" i="1" dirty="0">
                            <a:latin typeface="Cambria Math" panose="02040503050406030204" pitchFamily="18" charset="0"/>
                          </a:rPr>
                          <m:t>𝑡h</m:t>
                        </m:r>
                      </m:sup>
                    </m:sSup>
                  </m:oMath>
                </a14:m>
                <a:r>
                  <a:rPr kumimoji="0" lang="en-US" altLang="en-US" sz="1800" b="0" i="0" u="none" strike="noStrike" cap="none" normalizeH="0" baseline="0" dirty="0">
                    <a:ln>
                      <a:noFill/>
                    </a:ln>
                    <a:solidFill>
                      <a:schemeClr val="tx1"/>
                    </a:solidFill>
                    <a:effectLst/>
                    <a:latin typeface="Google Sans Text"/>
                  </a:rPr>
                  <a:t>number on the </a:t>
                </a:r>
                <a14:m>
                  <m:oMath xmlns:m="http://schemas.openxmlformats.org/officeDocument/2006/math">
                    <m:sSup>
                      <m:sSupPr>
                        <m:ctrlPr>
                          <a:rPr kumimoji="0" lang="en-US" altLang="en-US" sz="1800" b="0" i="1" u="none" strike="noStrike" cap="none" normalizeH="0" baseline="0" dirty="0" smtClean="0">
                            <a:ln>
                              <a:noFill/>
                            </a:ln>
                            <a:solidFill>
                              <a:schemeClr val="tx1"/>
                            </a:solidFill>
                            <a:effectLst/>
                            <a:latin typeface="Cambria Math" panose="02040503050406030204" pitchFamily="18" charset="0"/>
                          </a:rPr>
                        </m:ctrlPr>
                      </m:sSupPr>
                      <m:e>
                        <m:r>
                          <a:rPr kumimoji="0" lang="en-US" altLang="en-US" sz="1800" b="0" i="1" u="none" strike="noStrike" cap="none" normalizeH="0" baseline="0" dirty="0" smtClean="0">
                            <a:ln>
                              <a:noFill/>
                            </a:ln>
                            <a:solidFill>
                              <a:schemeClr val="tx1"/>
                            </a:solidFill>
                            <a:effectLst/>
                            <a:latin typeface="Cambria Math" panose="02040503050406030204" pitchFamily="18" charset="0"/>
                          </a:rPr>
                          <m:t>𝑛</m:t>
                        </m:r>
                      </m:e>
                      <m:sup>
                        <m:r>
                          <a:rPr kumimoji="0" lang="en-US" altLang="en-US" sz="1800" b="0" i="1" u="none" strike="noStrike" cap="none" normalizeH="0" baseline="0" dirty="0" smtClean="0">
                            <a:ln>
                              <a:noFill/>
                            </a:ln>
                            <a:solidFill>
                              <a:schemeClr val="tx1"/>
                            </a:solidFill>
                            <a:effectLst/>
                            <a:latin typeface="Cambria Math" panose="02040503050406030204" pitchFamily="18" charset="0"/>
                          </a:rPr>
                          <m:t>𝑡h</m:t>
                        </m:r>
                      </m:sup>
                    </m:sSup>
                  </m:oMath>
                </a14:m>
                <a:r>
                  <a:rPr kumimoji="0" lang="en-US" altLang="en-US" sz="1800" b="0" i="0" u="none" strike="noStrike" cap="none" normalizeH="0" baseline="0" dirty="0">
                    <a:ln>
                      <a:noFill/>
                    </a:ln>
                    <a:solidFill>
                      <a:schemeClr val="tx1"/>
                    </a:solidFill>
                    <a:effectLst/>
                    <a:latin typeface="Google Sans Text"/>
                  </a:rPr>
                  <a:t> row where both </a:t>
                </a:r>
                <a14:m>
                  <m:oMath xmlns:m="http://schemas.openxmlformats.org/officeDocument/2006/math">
                    <m:r>
                      <a:rPr kumimoji="0" lang="en-US" altLang="en-US" sz="1800" b="0" i="1" u="none" strike="noStrike" cap="none" normalizeH="0" baseline="0" dirty="0" smtClean="0">
                        <a:ln>
                          <a:noFill/>
                        </a:ln>
                        <a:solidFill>
                          <a:schemeClr val="tx1"/>
                        </a:solidFill>
                        <a:effectLst/>
                        <a:latin typeface="Cambria Math" panose="02040503050406030204" pitchFamily="18" charset="0"/>
                      </a:rPr>
                      <m:t>𝑖</m:t>
                    </m:r>
                  </m:oMath>
                </a14:m>
                <a:r>
                  <a:rPr kumimoji="0" lang="en-US" altLang="en-US" sz="1800" b="0" i="0" u="none" strike="noStrike" cap="none" normalizeH="0" baseline="0" dirty="0">
                    <a:ln>
                      <a:noFill/>
                    </a:ln>
                    <a:solidFill>
                      <a:schemeClr val="tx1"/>
                    </a:solidFill>
                    <a:effectLst/>
                    <a:latin typeface="Google Sans Text"/>
                  </a:rPr>
                  <a:t> and </a:t>
                </a:r>
                <a14:m>
                  <m:oMath xmlns:m="http://schemas.openxmlformats.org/officeDocument/2006/math">
                    <m:r>
                      <a:rPr kumimoji="0" lang="en-US" altLang="en-US" sz="1800" b="0" i="1" u="none" strike="noStrike" cap="none" normalizeH="0" baseline="0" dirty="0" smtClean="0">
                        <a:ln>
                          <a:noFill/>
                        </a:ln>
                        <a:solidFill>
                          <a:schemeClr val="tx1"/>
                        </a:solidFill>
                        <a:effectLst/>
                        <a:latin typeface="Cambria Math" panose="02040503050406030204" pitchFamily="18" charset="0"/>
                      </a:rPr>
                      <m:t>𝑛</m:t>
                    </m:r>
                  </m:oMath>
                </a14:m>
                <a:r>
                  <a:rPr kumimoji="0" lang="en-US" altLang="en-US" sz="1800" b="0" i="0" u="none" strike="noStrike" cap="none" normalizeH="0" baseline="0" dirty="0">
                    <a:ln>
                      <a:noFill/>
                    </a:ln>
                    <a:solidFill>
                      <a:schemeClr val="tx1"/>
                    </a:solidFill>
                    <a:effectLst/>
                    <a:latin typeface="Google Sans Text"/>
                  </a:rPr>
                  <a:t> are counted from </a:t>
                </a:r>
                <a14:m>
                  <m:oMath xmlns:m="http://schemas.openxmlformats.org/officeDocument/2006/math">
                    <m:r>
                      <a:rPr kumimoji="0" lang="en-US" altLang="en-US" sz="1800" b="0" i="1" u="none" strike="noStrike" cap="none" normalizeH="0" baseline="0" dirty="0" smtClean="0">
                        <a:ln>
                          <a:noFill/>
                        </a:ln>
                        <a:solidFill>
                          <a:schemeClr val="tx1"/>
                        </a:solidFill>
                        <a:effectLst/>
                        <a:latin typeface="Cambria Math" panose="02040503050406030204" pitchFamily="18" charset="0"/>
                      </a:rPr>
                      <m:t>0</m:t>
                    </m:r>
                  </m:oMath>
                </a14:m>
                <a:r>
                  <a:rPr kumimoji="0" lang="en-US" altLang="en-US" sz="1800" b="0" i="0" u="none" strike="noStrike" cap="none" normalizeH="0" baseline="0" dirty="0">
                    <a:ln>
                      <a:noFill/>
                    </a:ln>
                    <a:solidFill>
                      <a:schemeClr val="tx1"/>
                    </a:solidFill>
                    <a:effectLst/>
                    <a:latin typeface="Google Sans Text"/>
                  </a:rPr>
                  <a:t>, </a:t>
                </a:r>
                <a14:m>
                  <m:oMath xmlns:m="http://schemas.openxmlformats.org/officeDocument/2006/math">
                    <m:r>
                      <a:rPr kumimoji="0" lang="en-US" altLang="en-US" sz="1800" b="0" i="1" u="none" strike="noStrike" cap="none" normalizeH="0" baseline="0" dirty="0" smtClean="0">
                        <a:ln>
                          <a:noFill/>
                        </a:ln>
                        <a:solidFill>
                          <a:schemeClr val="tx1"/>
                        </a:solidFill>
                        <a:effectLst/>
                        <a:latin typeface="Cambria Math" panose="02040503050406030204" pitchFamily="18" charset="0"/>
                      </a:rPr>
                      <m:t>𝐶</m:t>
                    </m:r>
                    <m:r>
                      <a:rPr kumimoji="0" lang="en-US" altLang="en-US" sz="1800" b="0" i="1" u="none" strike="noStrike" cap="none" normalizeH="0" baseline="0" dirty="0" smtClean="0">
                        <a:ln>
                          <a:noFill/>
                        </a:ln>
                        <a:solidFill>
                          <a:schemeClr val="tx1"/>
                        </a:solidFill>
                        <a:effectLst/>
                        <a:latin typeface="Cambria Math" panose="02040503050406030204" pitchFamily="18" charset="0"/>
                      </a:rPr>
                      <m:t>(</m:t>
                    </m:r>
                    <m:r>
                      <a:rPr kumimoji="0" lang="en-US" altLang="en-US" sz="1800" b="0" i="1" u="none" strike="noStrike" cap="none" normalizeH="0" baseline="0" dirty="0" smtClean="0">
                        <a:ln>
                          <a:noFill/>
                        </a:ln>
                        <a:solidFill>
                          <a:schemeClr val="tx1"/>
                        </a:solidFill>
                        <a:effectLst/>
                        <a:latin typeface="Cambria Math" panose="02040503050406030204" pitchFamily="18" charset="0"/>
                      </a:rPr>
                      <m:t>𝑛</m:t>
                    </m:r>
                    <m:r>
                      <a:rPr kumimoji="0" lang="en-US" altLang="en-US" sz="1800" b="0" i="1" u="none" strike="noStrike" cap="none" normalizeH="0" baseline="0" dirty="0" smtClean="0">
                        <a:ln>
                          <a:noFill/>
                        </a:ln>
                        <a:solidFill>
                          <a:schemeClr val="tx1"/>
                        </a:solidFill>
                        <a:effectLst/>
                        <a:latin typeface="Cambria Math" panose="02040503050406030204" pitchFamily="18" charset="0"/>
                      </a:rPr>
                      <m:t>, −1)</m:t>
                    </m:r>
                  </m:oMath>
                </a14:m>
                <a:r>
                  <a:rPr kumimoji="0" lang="en-US" altLang="en-US" sz="1800" b="0" i="0" u="none" strike="noStrike" cap="none" normalizeH="0" baseline="0" dirty="0">
                    <a:ln>
                      <a:noFill/>
                    </a:ln>
                    <a:solidFill>
                      <a:schemeClr val="tx1"/>
                    </a:solidFill>
                    <a:effectLst/>
                    <a:latin typeface="Google Sans Text"/>
                  </a:rPr>
                  <a:t> and </a:t>
                </a:r>
                <a14:m>
                  <m:oMath xmlns:m="http://schemas.openxmlformats.org/officeDocument/2006/math">
                    <m:r>
                      <a:rPr kumimoji="0" lang="en-US" altLang="en-US" sz="1800" b="0" i="1" u="none" strike="noStrike" cap="none" normalizeH="0" baseline="0" dirty="0" smtClean="0">
                        <a:ln>
                          <a:noFill/>
                        </a:ln>
                        <a:solidFill>
                          <a:schemeClr val="tx1"/>
                        </a:solidFill>
                        <a:effectLst/>
                        <a:latin typeface="Cambria Math" panose="02040503050406030204" pitchFamily="18" charset="0"/>
                      </a:rPr>
                      <m:t>𝐶</m:t>
                    </m:r>
                    <m:r>
                      <a:rPr kumimoji="0" lang="en-US" altLang="en-US" sz="1800" b="0" i="1" u="none" strike="noStrike" cap="none" normalizeH="0" baseline="0" dirty="0" smtClean="0">
                        <a:ln>
                          <a:noFill/>
                        </a:ln>
                        <a:solidFill>
                          <a:schemeClr val="tx1"/>
                        </a:solidFill>
                        <a:effectLst/>
                        <a:latin typeface="Cambria Math" panose="02040503050406030204" pitchFamily="18" charset="0"/>
                      </a:rPr>
                      <m:t>(</m:t>
                    </m:r>
                    <m:r>
                      <a:rPr kumimoji="0" lang="en-US" altLang="en-US" sz="1800" b="0" i="1" u="none" strike="noStrike" cap="none" normalizeH="0" baseline="0" dirty="0" smtClean="0">
                        <a:ln>
                          <a:noFill/>
                        </a:ln>
                        <a:solidFill>
                          <a:schemeClr val="tx1"/>
                        </a:solidFill>
                        <a:effectLst/>
                        <a:latin typeface="Cambria Math" panose="02040503050406030204" pitchFamily="18" charset="0"/>
                      </a:rPr>
                      <m:t>𝑛</m:t>
                    </m:r>
                    <m:r>
                      <a:rPr kumimoji="0" lang="en-US" altLang="en-US" sz="1800" b="0" i="1" u="none" strike="noStrike" cap="none" normalizeH="0" baseline="0" dirty="0" smtClean="0">
                        <a:ln>
                          <a:noFill/>
                        </a:ln>
                        <a:solidFill>
                          <a:schemeClr val="tx1"/>
                        </a:solidFill>
                        <a:effectLst/>
                        <a:latin typeface="Cambria Math" panose="02040503050406030204" pitchFamily="18" charset="0"/>
                      </a:rPr>
                      <m:t>, </m:t>
                    </m:r>
                    <m:r>
                      <a:rPr kumimoji="0" lang="en-US" altLang="en-US" sz="1800" b="0" i="1" u="none" strike="noStrike" cap="none" normalizeH="0" baseline="0" dirty="0" smtClean="0">
                        <a:ln>
                          <a:noFill/>
                        </a:ln>
                        <a:solidFill>
                          <a:schemeClr val="tx1"/>
                        </a:solidFill>
                        <a:effectLst/>
                        <a:latin typeface="Cambria Math" panose="02040503050406030204" pitchFamily="18" charset="0"/>
                      </a:rPr>
                      <m:t>𝑛</m:t>
                    </m:r>
                    <m:r>
                      <a:rPr kumimoji="0" lang="en-US" altLang="en-US" sz="1800" b="0" i="1" u="none" strike="noStrike" cap="none" normalizeH="0" baseline="0" dirty="0" smtClean="0">
                        <a:ln>
                          <a:noFill/>
                        </a:ln>
                        <a:solidFill>
                          <a:schemeClr val="tx1"/>
                        </a:solidFill>
                        <a:effectLst/>
                        <a:latin typeface="Cambria Math" panose="02040503050406030204" pitchFamily="18" charset="0"/>
                      </a:rPr>
                      <m:t>+1)</m:t>
                    </m:r>
                  </m:oMath>
                </a14:m>
                <a:r>
                  <a:rPr kumimoji="0" lang="en-US" altLang="en-US" sz="1800" b="0" i="0" u="none" strike="noStrike" cap="none" normalizeH="0" baseline="0" dirty="0">
                    <a:ln>
                      <a:noFill/>
                    </a:ln>
                    <a:solidFill>
                      <a:schemeClr val="tx1"/>
                    </a:solidFill>
                    <a:effectLst/>
                    <a:latin typeface="Google Sans Text"/>
                  </a:rPr>
                  <a:t> are always treated as zero as is </a:t>
                </a:r>
                <a14:m>
                  <m:oMath xmlns:m="http://schemas.openxmlformats.org/officeDocument/2006/math">
                    <m:r>
                      <a:rPr kumimoji="0" lang="en-US" altLang="en-US" sz="1800" b="0" i="1" u="none" strike="noStrike" cap="none" normalizeH="0" baseline="0" dirty="0" smtClean="0">
                        <a:ln>
                          <a:noFill/>
                        </a:ln>
                        <a:solidFill>
                          <a:schemeClr val="tx1"/>
                        </a:solidFill>
                        <a:effectLst/>
                        <a:latin typeface="Cambria Math" panose="02040503050406030204" pitchFamily="18" charset="0"/>
                      </a:rPr>
                      <m:t>𝐶</m:t>
                    </m:r>
                    <m:r>
                      <a:rPr kumimoji="0" lang="en-US" altLang="en-US" sz="1800" b="0" i="1" u="none" strike="noStrike" cap="none" normalizeH="0" baseline="0" dirty="0" smtClean="0">
                        <a:ln>
                          <a:noFill/>
                        </a:ln>
                        <a:solidFill>
                          <a:schemeClr val="tx1"/>
                        </a:solidFill>
                        <a:effectLst/>
                        <a:latin typeface="Cambria Math" panose="02040503050406030204" pitchFamily="18" charset="0"/>
                      </a:rPr>
                      <m:t>(−1, </m:t>
                    </m:r>
                    <m:r>
                      <a:rPr kumimoji="0" lang="en-US" altLang="en-US" sz="1800" b="0" i="1" u="none" strike="noStrike" cap="none" normalizeH="0" baseline="0" dirty="0" err="1" smtClean="0">
                        <a:ln>
                          <a:noFill/>
                        </a:ln>
                        <a:solidFill>
                          <a:schemeClr val="tx1"/>
                        </a:solidFill>
                        <a:effectLst/>
                        <a:latin typeface="Cambria Math" panose="02040503050406030204" pitchFamily="18" charset="0"/>
                      </a:rPr>
                      <m:t>𝑖</m:t>
                    </m:r>
                    <m:r>
                      <a:rPr kumimoji="0" lang="en-US" altLang="en-US" sz="1800" b="0" i="1" u="none" strike="noStrike" cap="none" normalizeH="0" baseline="0" dirty="0" smtClean="0">
                        <a:ln>
                          <a:noFill/>
                        </a:ln>
                        <a:solidFill>
                          <a:schemeClr val="tx1"/>
                        </a:solidFill>
                        <a:effectLst/>
                        <a:latin typeface="Cambria Math" panose="02040503050406030204" pitchFamily="18" charset="0"/>
                      </a:rPr>
                      <m:t>)</m:t>
                    </m:r>
                  </m:oMath>
                </a14:m>
                <a:r>
                  <a:rPr kumimoji="0" lang="en-US" altLang="en-US" sz="1800" b="0" i="0" u="none" strike="noStrike" cap="none" normalizeH="0" baseline="0" dirty="0">
                    <a:ln>
                      <a:noFill/>
                    </a:ln>
                    <a:solidFill>
                      <a:schemeClr val="tx1"/>
                    </a:solidFill>
                    <a:effectLst/>
                    <a:latin typeface="Google Sans Text"/>
                  </a:rPr>
                  <a:t>.</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Can you provide a recursive definition of </a:t>
                </a:r>
                <a14:m>
                  <m:oMath xmlns:m="http://schemas.openxmlformats.org/officeDocument/2006/math">
                    <m:r>
                      <a:rPr kumimoji="0" lang="en-US" altLang="en-US" sz="1800" b="0" i="1" u="none" strike="noStrike" cap="none" normalizeH="0" baseline="0" dirty="0" smtClean="0">
                        <a:ln>
                          <a:noFill/>
                        </a:ln>
                        <a:solidFill>
                          <a:schemeClr val="tx1"/>
                        </a:solidFill>
                        <a:effectLst/>
                        <a:latin typeface="Cambria Math" panose="02040503050406030204" pitchFamily="18" charset="0"/>
                      </a:rPr>
                      <m:t>𝐶</m:t>
                    </m:r>
                    <m:r>
                      <a:rPr kumimoji="0" lang="en-US" altLang="en-US" sz="1800" b="0" i="1" u="none" strike="noStrike" cap="none" normalizeH="0" baseline="0" dirty="0" smtClean="0">
                        <a:ln>
                          <a:noFill/>
                        </a:ln>
                        <a:solidFill>
                          <a:schemeClr val="tx1"/>
                        </a:solidFill>
                        <a:effectLst/>
                        <a:latin typeface="Cambria Math" panose="02040503050406030204" pitchFamily="18" charset="0"/>
                      </a:rPr>
                      <m:t>(</m:t>
                    </m:r>
                    <m:r>
                      <a:rPr kumimoji="0" lang="en-US" altLang="en-US" sz="1800" b="0" i="1" u="none" strike="noStrike" cap="none" normalizeH="0" baseline="0" dirty="0" smtClean="0">
                        <a:ln>
                          <a:noFill/>
                        </a:ln>
                        <a:solidFill>
                          <a:schemeClr val="tx1"/>
                        </a:solidFill>
                        <a:effectLst/>
                        <a:latin typeface="Cambria Math" panose="02040503050406030204" pitchFamily="18" charset="0"/>
                      </a:rPr>
                      <m:t>𝑛</m:t>
                    </m:r>
                    <m:r>
                      <a:rPr kumimoji="0" lang="en-US" altLang="en-US" sz="1800" b="0" i="1" u="none" strike="noStrike" cap="none" normalizeH="0" baseline="0" dirty="0" smtClean="0">
                        <a:ln>
                          <a:noFill/>
                        </a:ln>
                        <a:solidFill>
                          <a:schemeClr val="tx1"/>
                        </a:solidFill>
                        <a:effectLst/>
                        <a:latin typeface="Cambria Math" panose="02040503050406030204" pitchFamily="18" charset="0"/>
                      </a:rPr>
                      <m:t>, </m:t>
                    </m:r>
                    <m:r>
                      <a:rPr kumimoji="0" lang="en-US" altLang="en-US" sz="1800" b="0" i="1" u="none" strike="noStrike" cap="none" normalizeH="0" baseline="0" dirty="0" err="1" smtClean="0">
                        <a:ln>
                          <a:noFill/>
                        </a:ln>
                        <a:solidFill>
                          <a:schemeClr val="tx1"/>
                        </a:solidFill>
                        <a:effectLst/>
                        <a:latin typeface="Cambria Math" panose="02040503050406030204" pitchFamily="18" charset="0"/>
                      </a:rPr>
                      <m:t>𝑖</m:t>
                    </m:r>
                    <m:r>
                      <a:rPr kumimoji="0" lang="en-US" altLang="en-US" sz="1800" b="0" i="1" u="none" strike="noStrike" cap="none" normalizeH="0" baseline="0" dirty="0" smtClean="0">
                        <a:ln>
                          <a:noFill/>
                        </a:ln>
                        <a:solidFill>
                          <a:schemeClr val="tx1"/>
                        </a:solidFill>
                        <a:effectLst/>
                        <a:latin typeface="Cambria Math" panose="02040503050406030204" pitchFamily="18" charset="0"/>
                      </a:rPr>
                      <m:t>)</m:t>
                    </m:r>
                  </m:oMath>
                </a14:m>
                <a:r>
                  <a:rPr kumimoji="0" lang="en-US" altLang="en-US" sz="1800" b="0" i="0" u="none" strike="noStrike" cap="none" normalizeH="0" baseline="0" dirty="0">
                    <a:ln>
                      <a:noFill/>
                    </a:ln>
                    <a:solidFill>
                      <a:schemeClr val="tx1"/>
                    </a:solidFill>
                    <a:effectLst/>
                    <a:latin typeface="Google Sans Text"/>
                  </a:rPr>
                  <a:t>?</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Can you write a fragment of Java to compute </a:t>
                </a:r>
                <a14:m>
                  <m:oMath xmlns:m="http://schemas.openxmlformats.org/officeDocument/2006/math">
                    <m:r>
                      <a:rPr kumimoji="0" lang="en-US" altLang="en-US" sz="1800" b="0" i="1" u="none" strike="noStrike" cap="none" normalizeH="0" baseline="0" dirty="0" smtClean="0">
                        <a:ln>
                          <a:noFill/>
                        </a:ln>
                        <a:solidFill>
                          <a:schemeClr val="tx1"/>
                        </a:solidFill>
                        <a:effectLst/>
                        <a:latin typeface="Cambria Math" panose="02040503050406030204" pitchFamily="18" charset="0"/>
                      </a:rPr>
                      <m:t>𝐶</m:t>
                    </m:r>
                    <m:r>
                      <a:rPr kumimoji="0" lang="en-US" altLang="en-US" sz="1800" b="0" i="1" u="none" strike="noStrike" cap="none" normalizeH="0" baseline="0" dirty="0" smtClean="0">
                        <a:ln>
                          <a:noFill/>
                        </a:ln>
                        <a:solidFill>
                          <a:schemeClr val="tx1"/>
                        </a:solidFill>
                        <a:effectLst/>
                        <a:latin typeface="Cambria Math" panose="02040503050406030204" pitchFamily="18" charset="0"/>
                      </a:rPr>
                      <m:t>(</m:t>
                    </m:r>
                    <m:r>
                      <a:rPr kumimoji="0" lang="en-US" altLang="en-US" sz="1800" b="0" i="1" u="none" strike="noStrike" cap="none" normalizeH="0" baseline="0" dirty="0" smtClean="0">
                        <a:ln>
                          <a:noFill/>
                        </a:ln>
                        <a:solidFill>
                          <a:schemeClr val="tx1"/>
                        </a:solidFill>
                        <a:effectLst/>
                        <a:latin typeface="Cambria Math" panose="02040503050406030204" pitchFamily="18" charset="0"/>
                      </a:rPr>
                      <m:t>𝑛</m:t>
                    </m:r>
                    <m:r>
                      <a:rPr kumimoji="0" lang="en-US" altLang="en-US" sz="1800" b="0" i="1" u="none" strike="noStrike" cap="none" normalizeH="0" baseline="0" dirty="0" smtClean="0">
                        <a:ln>
                          <a:noFill/>
                        </a:ln>
                        <a:solidFill>
                          <a:schemeClr val="tx1"/>
                        </a:solidFill>
                        <a:effectLst/>
                        <a:latin typeface="Cambria Math" panose="02040503050406030204" pitchFamily="18" charset="0"/>
                      </a:rPr>
                      <m:t>, </m:t>
                    </m:r>
                    <m:r>
                      <a:rPr kumimoji="0" lang="en-US" altLang="en-US" sz="1800" b="0" i="1" u="none" strike="noStrike" cap="none" normalizeH="0" baseline="0" dirty="0" err="1" smtClean="0">
                        <a:ln>
                          <a:noFill/>
                        </a:ln>
                        <a:solidFill>
                          <a:schemeClr val="tx1"/>
                        </a:solidFill>
                        <a:effectLst/>
                        <a:latin typeface="Cambria Math" panose="02040503050406030204" pitchFamily="18" charset="0"/>
                      </a:rPr>
                      <m:t>𝑖</m:t>
                    </m:r>
                    <m:r>
                      <a:rPr kumimoji="0" lang="en-US" altLang="en-US" sz="1800" b="0" i="1" u="none" strike="noStrike" cap="none" normalizeH="0" baseline="0" dirty="0" smtClean="0">
                        <a:ln>
                          <a:noFill/>
                        </a:ln>
                        <a:solidFill>
                          <a:schemeClr val="tx1"/>
                        </a:solidFill>
                        <a:effectLst/>
                        <a:latin typeface="Cambria Math" panose="02040503050406030204" pitchFamily="18" charset="0"/>
                      </a:rPr>
                      <m:t>)</m:t>
                    </m:r>
                  </m:oMath>
                </a14:m>
                <a:r>
                  <a:rPr kumimoji="0" lang="en-US" altLang="en-US" sz="1800" b="0" i="0" u="none" strike="noStrike" cap="none" normalizeH="0" baseline="0" dirty="0">
                    <a:ln>
                      <a:noFill/>
                    </a:ln>
                    <a:solidFill>
                      <a:schemeClr val="tx1"/>
                    </a:solidFill>
                    <a:effectLst/>
                    <a:latin typeface="Google Sans Text"/>
                  </a:rPr>
                  <a:t> based on the definition?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Choice>
        <mc:Fallback>
          <p:sp>
            <p:nvSpPr>
              <p:cNvPr id="4" name="Rectangle 2">
                <a:extLst>
                  <a:ext uri="{FF2B5EF4-FFF2-40B4-BE49-F238E27FC236}">
                    <a16:creationId xmlns:a16="http://schemas.microsoft.com/office/drawing/2014/main" id="{7F61C885-A648-FB78-6170-9A3D50CD9D1E}"/>
                  </a:ext>
                </a:extLst>
              </p:cNvPr>
              <p:cNvSpPr>
                <a:spLocks noRot="1" noChangeAspect="1" noMove="1" noResize="1" noEditPoints="1" noAdjustHandles="1" noChangeArrowheads="1" noChangeShapeType="1" noTextEdit="1"/>
              </p:cNvSpPr>
              <p:nvPr/>
            </p:nvSpPr>
            <p:spPr bwMode="auto">
              <a:xfrm>
                <a:off x="335360" y="4077072"/>
                <a:ext cx="10920536" cy="1482265"/>
              </a:xfrm>
              <a:prstGeom prst="rect">
                <a:avLst/>
              </a:prstGeom>
              <a:blipFill>
                <a:blip r:embed="rId2"/>
                <a:stretch>
                  <a:fillRect l="-447" t="-1646" b="-617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grpSp>
        <p:nvGrpSpPr>
          <p:cNvPr id="22" name="Group 21">
            <a:extLst>
              <a:ext uri="{FF2B5EF4-FFF2-40B4-BE49-F238E27FC236}">
                <a16:creationId xmlns:a16="http://schemas.microsoft.com/office/drawing/2014/main" id="{2E67B753-991E-7974-BE70-5C70ADCE0AB0}"/>
              </a:ext>
            </a:extLst>
          </p:cNvPr>
          <p:cNvGrpSpPr/>
          <p:nvPr/>
        </p:nvGrpSpPr>
        <p:grpSpPr>
          <a:xfrm>
            <a:off x="5735960" y="1556792"/>
            <a:ext cx="1801191" cy="2017993"/>
            <a:chOff x="7661097" y="512011"/>
            <a:chExt cx="1801191" cy="2017993"/>
          </a:xfrm>
        </p:grpSpPr>
        <p:sp>
          <p:nvSpPr>
            <p:cNvPr id="3" name="Rectangle 2">
              <a:extLst>
                <a:ext uri="{FF2B5EF4-FFF2-40B4-BE49-F238E27FC236}">
                  <a16:creationId xmlns:a16="http://schemas.microsoft.com/office/drawing/2014/main" id="{78BC8B3F-740E-28D8-8EA1-316C537560E3}"/>
                </a:ext>
              </a:extLst>
            </p:cNvPr>
            <p:cNvSpPr/>
            <p:nvPr/>
          </p:nvSpPr>
          <p:spPr>
            <a:xfrm>
              <a:off x="8382288" y="512011"/>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1</a:t>
              </a:r>
            </a:p>
          </p:txBody>
        </p:sp>
        <p:sp>
          <p:nvSpPr>
            <p:cNvPr id="5" name="Rectangle 4">
              <a:extLst>
                <a:ext uri="{FF2B5EF4-FFF2-40B4-BE49-F238E27FC236}">
                  <a16:creationId xmlns:a16="http://schemas.microsoft.com/office/drawing/2014/main" id="{0E682EBB-AE66-09C9-DE1F-D2AC6063E20A}"/>
                </a:ext>
              </a:extLst>
            </p:cNvPr>
            <p:cNvSpPr/>
            <p:nvPr/>
          </p:nvSpPr>
          <p:spPr>
            <a:xfrm>
              <a:off x="8202288" y="872011"/>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1</a:t>
              </a:r>
            </a:p>
          </p:txBody>
        </p:sp>
        <p:sp>
          <p:nvSpPr>
            <p:cNvPr id="6" name="Rectangle 5">
              <a:extLst>
                <a:ext uri="{FF2B5EF4-FFF2-40B4-BE49-F238E27FC236}">
                  <a16:creationId xmlns:a16="http://schemas.microsoft.com/office/drawing/2014/main" id="{A4EEBB2A-4DC7-0685-D267-222449E9323B}"/>
                </a:ext>
              </a:extLst>
            </p:cNvPr>
            <p:cNvSpPr/>
            <p:nvPr/>
          </p:nvSpPr>
          <p:spPr>
            <a:xfrm>
              <a:off x="8562288" y="872011"/>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1</a:t>
              </a:r>
            </a:p>
          </p:txBody>
        </p:sp>
        <p:sp>
          <p:nvSpPr>
            <p:cNvPr id="7" name="Rectangle 6">
              <a:extLst>
                <a:ext uri="{FF2B5EF4-FFF2-40B4-BE49-F238E27FC236}">
                  <a16:creationId xmlns:a16="http://schemas.microsoft.com/office/drawing/2014/main" id="{11F78378-A086-B8CB-0A53-017AAB5695C8}"/>
                </a:ext>
              </a:extLst>
            </p:cNvPr>
            <p:cNvSpPr/>
            <p:nvPr/>
          </p:nvSpPr>
          <p:spPr>
            <a:xfrm>
              <a:off x="8382288" y="1231639"/>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2</a:t>
              </a:r>
            </a:p>
          </p:txBody>
        </p:sp>
        <p:sp>
          <p:nvSpPr>
            <p:cNvPr id="8" name="Rectangle 7">
              <a:extLst>
                <a:ext uri="{FF2B5EF4-FFF2-40B4-BE49-F238E27FC236}">
                  <a16:creationId xmlns:a16="http://schemas.microsoft.com/office/drawing/2014/main" id="{FDFAD78D-5D60-7649-775E-91D036A50474}"/>
                </a:ext>
              </a:extLst>
            </p:cNvPr>
            <p:cNvSpPr/>
            <p:nvPr/>
          </p:nvSpPr>
          <p:spPr>
            <a:xfrm>
              <a:off x="8742288" y="1231639"/>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1</a:t>
              </a:r>
            </a:p>
          </p:txBody>
        </p:sp>
        <p:sp>
          <p:nvSpPr>
            <p:cNvPr id="9" name="Rectangle 8">
              <a:extLst>
                <a:ext uri="{FF2B5EF4-FFF2-40B4-BE49-F238E27FC236}">
                  <a16:creationId xmlns:a16="http://schemas.microsoft.com/office/drawing/2014/main" id="{88C872D3-37C0-802C-C81E-8E5C196070BB}"/>
                </a:ext>
              </a:extLst>
            </p:cNvPr>
            <p:cNvSpPr/>
            <p:nvPr/>
          </p:nvSpPr>
          <p:spPr>
            <a:xfrm>
              <a:off x="8023479" y="1231639"/>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1</a:t>
              </a:r>
            </a:p>
          </p:txBody>
        </p:sp>
        <p:sp>
          <p:nvSpPr>
            <p:cNvPr id="10" name="Rectangle 9">
              <a:extLst>
                <a:ext uri="{FF2B5EF4-FFF2-40B4-BE49-F238E27FC236}">
                  <a16:creationId xmlns:a16="http://schemas.microsoft.com/office/drawing/2014/main" id="{D8E44C95-5DFC-B5F0-F27B-B905AAD54758}"/>
                </a:ext>
              </a:extLst>
            </p:cNvPr>
            <p:cNvSpPr/>
            <p:nvPr/>
          </p:nvSpPr>
          <p:spPr>
            <a:xfrm>
              <a:off x="8561097" y="1591639"/>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3</a:t>
              </a:r>
            </a:p>
          </p:txBody>
        </p:sp>
        <p:sp>
          <p:nvSpPr>
            <p:cNvPr id="11" name="Rectangle 10">
              <a:extLst>
                <a:ext uri="{FF2B5EF4-FFF2-40B4-BE49-F238E27FC236}">
                  <a16:creationId xmlns:a16="http://schemas.microsoft.com/office/drawing/2014/main" id="{37D39422-BA46-E410-DC41-F93D9BA59B24}"/>
                </a:ext>
              </a:extLst>
            </p:cNvPr>
            <p:cNvSpPr/>
            <p:nvPr/>
          </p:nvSpPr>
          <p:spPr>
            <a:xfrm>
              <a:off x="8921097" y="1591639"/>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1</a:t>
              </a:r>
            </a:p>
          </p:txBody>
        </p:sp>
        <p:sp>
          <p:nvSpPr>
            <p:cNvPr id="12" name="Rectangle 11">
              <a:extLst>
                <a:ext uri="{FF2B5EF4-FFF2-40B4-BE49-F238E27FC236}">
                  <a16:creationId xmlns:a16="http://schemas.microsoft.com/office/drawing/2014/main" id="{754938AB-744C-371F-6710-DE20FEB3AC9E}"/>
                </a:ext>
              </a:extLst>
            </p:cNvPr>
            <p:cNvSpPr/>
            <p:nvPr/>
          </p:nvSpPr>
          <p:spPr>
            <a:xfrm>
              <a:off x="8202288" y="1591639"/>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3</a:t>
              </a:r>
            </a:p>
          </p:txBody>
        </p:sp>
        <p:sp>
          <p:nvSpPr>
            <p:cNvPr id="13" name="Rectangle 12">
              <a:extLst>
                <a:ext uri="{FF2B5EF4-FFF2-40B4-BE49-F238E27FC236}">
                  <a16:creationId xmlns:a16="http://schemas.microsoft.com/office/drawing/2014/main" id="{0389DC07-5F77-639E-BE13-1C14D03FC312}"/>
                </a:ext>
              </a:extLst>
            </p:cNvPr>
            <p:cNvSpPr/>
            <p:nvPr/>
          </p:nvSpPr>
          <p:spPr>
            <a:xfrm>
              <a:off x="7841097" y="1591639"/>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1</a:t>
              </a:r>
            </a:p>
          </p:txBody>
        </p:sp>
        <p:sp>
          <p:nvSpPr>
            <p:cNvPr id="14" name="Rectangle 13">
              <a:extLst>
                <a:ext uri="{FF2B5EF4-FFF2-40B4-BE49-F238E27FC236}">
                  <a16:creationId xmlns:a16="http://schemas.microsoft.com/office/drawing/2014/main" id="{C4038763-0511-69CB-7D31-6CBADC671EB6}"/>
                </a:ext>
              </a:extLst>
            </p:cNvPr>
            <p:cNvSpPr/>
            <p:nvPr/>
          </p:nvSpPr>
          <p:spPr>
            <a:xfrm>
              <a:off x="8742288" y="1951267"/>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4</a:t>
              </a:r>
            </a:p>
          </p:txBody>
        </p:sp>
        <p:sp>
          <p:nvSpPr>
            <p:cNvPr id="15" name="Rectangle 14">
              <a:extLst>
                <a:ext uri="{FF2B5EF4-FFF2-40B4-BE49-F238E27FC236}">
                  <a16:creationId xmlns:a16="http://schemas.microsoft.com/office/drawing/2014/main" id="{59D7F188-6C4F-5898-9BD7-4E78CC423F97}"/>
                </a:ext>
              </a:extLst>
            </p:cNvPr>
            <p:cNvSpPr/>
            <p:nvPr/>
          </p:nvSpPr>
          <p:spPr>
            <a:xfrm>
              <a:off x="9102288" y="1951267"/>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1</a:t>
              </a:r>
            </a:p>
          </p:txBody>
        </p:sp>
        <p:sp>
          <p:nvSpPr>
            <p:cNvPr id="16" name="Rectangle 15">
              <a:extLst>
                <a:ext uri="{FF2B5EF4-FFF2-40B4-BE49-F238E27FC236}">
                  <a16:creationId xmlns:a16="http://schemas.microsoft.com/office/drawing/2014/main" id="{98C34946-AEC4-315A-82B0-0932051393A2}"/>
                </a:ext>
              </a:extLst>
            </p:cNvPr>
            <p:cNvSpPr/>
            <p:nvPr/>
          </p:nvSpPr>
          <p:spPr>
            <a:xfrm>
              <a:off x="8383479" y="1951267"/>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6</a:t>
              </a:r>
            </a:p>
          </p:txBody>
        </p:sp>
        <p:sp>
          <p:nvSpPr>
            <p:cNvPr id="17" name="Rectangle 16">
              <a:extLst>
                <a:ext uri="{FF2B5EF4-FFF2-40B4-BE49-F238E27FC236}">
                  <a16:creationId xmlns:a16="http://schemas.microsoft.com/office/drawing/2014/main" id="{92E0C8BE-68EA-AA0F-4ED1-1E7B15854DD5}"/>
                </a:ext>
              </a:extLst>
            </p:cNvPr>
            <p:cNvSpPr/>
            <p:nvPr/>
          </p:nvSpPr>
          <p:spPr>
            <a:xfrm>
              <a:off x="8022288" y="1951267"/>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4</a:t>
              </a:r>
            </a:p>
          </p:txBody>
        </p:sp>
        <p:sp>
          <p:nvSpPr>
            <p:cNvPr id="18" name="Rectangle 17">
              <a:extLst>
                <a:ext uri="{FF2B5EF4-FFF2-40B4-BE49-F238E27FC236}">
                  <a16:creationId xmlns:a16="http://schemas.microsoft.com/office/drawing/2014/main" id="{31862393-605F-D09D-3279-F4FD3551210D}"/>
                </a:ext>
              </a:extLst>
            </p:cNvPr>
            <p:cNvSpPr/>
            <p:nvPr/>
          </p:nvSpPr>
          <p:spPr>
            <a:xfrm>
              <a:off x="7661097" y="1951267"/>
              <a:ext cx="360000" cy="360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1</a:t>
              </a:r>
            </a:p>
          </p:txBody>
        </p:sp>
        <p:sp>
          <p:nvSpPr>
            <p:cNvPr id="19" name="Oval 18">
              <a:extLst>
                <a:ext uri="{FF2B5EF4-FFF2-40B4-BE49-F238E27FC236}">
                  <a16:creationId xmlns:a16="http://schemas.microsoft.com/office/drawing/2014/main" id="{3A731E95-1EAC-6156-4972-6C7C34A0E547}"/>
                </a:ext>
              </a:extLst>
            </p:cNvPr>
            <p:cNvSpPr/>
            <p:nvPr/>
          </p:nvSpPr>
          <p:spPr>
            <a:xfrm>
              <a:off x="8222670" y="2420888"/>
              <a:ext cx="108000" cy="108000"/>
            </a:xfrm>
            <a:prstGeom prst="ellipse">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81B3A932-B6DF-4DB9-8328-AE3DB1266844}"/>
                </a:ext>
              </a:extLst>
            </p:cNvPr>
            <p:cNvSpPr/>
            <p:nvPr/>
          </p:nvSpPr>
          <p:spPr>
            <a:xfrm>
              <a:off x="8455479" y="2422004"/>
              <a:ext cx="108000" cy="108000"/>
            </a:xfrm>
            <a:prstGeom prst="ellipse">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0CF6774E-231E-9ADF-E429-8FF3072FC15C}"/>
                </a:ext>
              </a:extLst>
            </p:cNvPr>
            <p:cNvSpPr/>
            <p:nvPr/>
          </p:nvSpPr>
          <p:spPr>
            <a:xfrm>
              <a:off x="8688288" y="2420888"/>
              <a:ext cx="108000" cy="108000"/>
            </a:xfrm>
            <a:prstGeom prst="ellipse">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999783590"/>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20AFF-0C3F-3E56-B46D-F10857B424F3}"/>
              </a:ext>
            </a:extLst>
          </p:cNvPr>
          <p:cNvSpPr>
            <a:spLocks noGrp="1"/>
          </p:cNvSpPr>
          <p:nvPr>
            <p:ph type="title"/>
          </p:nvPr>
        </p:nvSpPr>
        <p:spPr/>
        <p:txBody>
          <a:bodyPr/>
          <a:lstStyle/>
          <a:p>
            <a:r>
              <a:rPr lang="en-GB" dirty="0"/>
              <a:t>Answer</a:t>
            </a:r>
          </a:p>
        </p:txBody>
      </p:sp>
      <p:sp>
        <p:nvSpPr>
          <p:cNvPr id="4" name="TextBox 3">
            <a:extLst>
              <a:ext uri="{FF2B5EF4-FFF2-40B4-BE49-F238E27FC236}">
                <a16:creationId xmlns:a16="http://schemas.microsoft.com/office/drawing/2014/main" id="{236F29B4-30F5-587E-1F0D-8DFA95E473A4}"/>
              </a:ext>
            </a:extLst>
          </p:cNvPr>
          <p:cNvSpPr txBox="1"/>
          <p:nvPr/>
        </p:nvSpPr>
        <p:spPr>
          <a:xfrm>
            <a:off x="1055441" y="1628800"/>
            <a:ext cx="6140824" cy="1477328"/>
          </a:xfrm>
          <a:prstGeom prst="rect">
            <a:avLst/>
          </a:prstGeom>
          <a:noFill/>
        </p:spPr>
        <p:txBody>
          <a:bodyPr wrap="square">
            <a:spAutoFit/>
          </a:bodyPr>
          <a:lstStyle/>
          <a:p>
            <a:r>
              <a:rPr lang="pt-BR" dirty="0"/>
              <a:t>Pascal’s triangle </a:t>
            </a:r>
          </a:p>
          <a:p>
            <a:r>
              <a:rPr lang="pt-BR" dirty="0"/>
              <a:t>Recursive definition of C(n,i): </a:t>
            </a:r>
          </a:p>
          <a:p>
            <a:endParaRPr lang="pt-BR" dirty="0"/>
          </a:p>
          <a:p>
            <a:r>
              <a:rPr lang="pt-BR" b="1" dirty="0"/>
              <a:t>Basis</a:t>
            </a:r>
            <a:r>
              <a:rPr lang="pt-BR" dirty="0"/>
              <a:t>: C(0,0) = 1, C(n,-1) = C(-1,n) = C(n,n+1) = 0 </a:t>
            </a:r>
          </a:p>
          <a:p>
            <a:r>
              <a:rPr lang="pt-BR" b="1" dirty="0"/>
              <a:t>Induction</a:t>
            </a:r>
            <a:r>
              <a:rPr lang="pt-BR" dirty="0"/>
              <a:t>: C(n,i) = C(n-1,i-1) + C(n-1,i)</a:t>
            </a:r>
            <a:endParaRPr lang="en-GB" dirty="0"/>
          </a:p>
        </p:txBody>
      </p:sp>
      <p:pic>
        <p:nvPicPr>
          <p:cNvPr id="6" name="Picture 5">
            <a:extLst>
              <a:ext uri="{FF2B5EF4-FFF2-40B4-BE49-F238E27FC236}">
                <a16:creationId xmlns:a16="http://schemas.microsoft.com/office/drawing/2014/main" id="{8CB6B8E9-E7E3-B27A-B455-CA8608B561FF}"/>
              </a:ext>
            </a:extLst>
          </p:cNvPr>
          <p:cNvPicPr>
            <a:picLocks noChangeAspect="1"/>
          </p:cNvPicPr>
          <p:nvPr/>
        </p:nvPicPr>
        <p:blipFill>
          <a:blip r:embed="rId2"/>
          <a:stretch>
            <a:fillRect/>
          </a:stretch>
        </p:blipFill>
        <p:spPr>
          <a:xfrm>
            <a:off x="1084948" y="3340314"/>
            <a:ext cx="4459740" cy="2176918"/>
          </a:xfrm>
          <a:prstGeom prst="rect">
            <a:avLst/>
          </a:prstGeom>
        </p:spPr>
      </p:pic>
    </p:spTree>
    <p:extLst>
      <p:ext uri="{BB962C8B-B14F-4D97-AF65-F5344CB8AC3E}">
        <p14:creationId xmlns:p14="http://schemas.microsoft.com/office/powerpoint/2010/main" val="1167210213"/>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59F02-2E8B-6FE1-5D47-2D8D89790498}"/>
              </a:ext>
            </a:extLst>
          </p:cNvPr>
          <p:cNvSpPr>
            <a:spLocks noGrp="1"/>
          </p:cNvSpPr>
          <p:nvPr>
            <p:ph type="title"/>
          </p:nvPr>
        </p:nvSpPr>
        <p:spPr/>
        <p:txBody>
          <a:bodyPr/>
          <a:lstStyle/>
          <a:p>
            <a:r>
              <a:rPr lang="en-GB" dirty="0"/>
              <a:t>Python</a:t>
            </a:r>
          </a:p>
        </p:txBody>
      </p:sp>
      <p:sp>
        <p:nvSpPr>
          <p:cNvPr id="4" name="TextBox 3">
            <a:extLst>
              <a:ext uri="{FF2B5EF4-FFF2-40B4-BE49-F238E27FC236}">
                <a16:creationId xmlns:a16="http://schemas.microsoft.com/office/drawing/2014/main" id="{BA71FB69-9AF0-E98D-228D-5765F5876845}"/>
              </a:ext>
            </a:extLst>
          </p:cNvPr>
          <p:cNvSpPr txBox="1"/>
          <p:nvPr/>
        </p:nvSpPr>
        <p:spPr>
          <a:xfrm>
            <a:off x="1271464" y="1195255"/>
            <a:ext cx="8975068" cy="5078313"/>
          </a:xfrm>
          <a:prstGeom prst="rect">
            <a:avLst/>
          </a:prstGeom>
          <a:noFill/>
        </p:spPr>
        <p:txBody>
          <a:bodyPr wrap="square">
            <a:spAutoFit/>
          </a:bodyPr>
          <a:lstStyle/>
          <a:p>
            <a:pPr>
              <a:buNone/>
            </a:pPr>
            <a:r>
              <a:rPr lang="en-GB" b="0" dirty="0">
                <a:solidFill>
                  <a:srgbClr val="CF222E"/>
                </a:solidFill>
                <a:effectLst/>
                <a:latin typeface="Consolas" panose="020B0609020204030204" pitchFamily="49" charset="0"/>
              </a:rPr>
              <a:t>def</a:t>
            </a:r>
            <a:r>
              <a:rPr lang="en-GB" b="0" dirty="0">
                <a:solidFill>
                  <a:srgbClr val="202020"/>
                </a:solidFill>
                <a:effectLst/>
                <a:latin typeface="Consolas" panose="020B0609020204030204" pitchFamily="49" charset="0"/>
              </a:rPr>
              <a:t> </a:t>
            </a:r>
            <a:r>
              <a:rPr lang="en-GB" b="0" dirty="0">
                <a:solidFill>
                  <a:srgbClr val="8250DF"/>
                </a:solidFill>
                <a:effectLst/>
                <a:latin typeface="Consolas" panose="020B0609020204030204" pitchFamily="49" charset="0"/>
              </a:rPr>
              <a:t>c</a:t>
            </a:r>
            <a:r>
              <a:rPr lang="en-GB" b="0" dirty="0">
                <a:solidFill>
                  <a:srgbClr val="202020"/>
                </a:solidFill>
                <a:effectLst/>
                <a:latin typeface="Consolas" panose="020B0609020204030204" pitchFamily="49" charset="0"/>
              </a:rPr>
              <a:t>(</a:t>
            </a:r>
            <a:r>
              <a:rPr lang="en-GB" b="0" dirty="0">
                <a:solidFill>
                  <a:srgbClr val="953800"/>
                </a:solidFill>
                <a:effectLst/>
                <a:latin typeface="Consolas" panose="020B0609020204030204" pitchFamily="49" charset="0"/>
              </a:rPr>
              <a:t>n</a:t>
            </a:r>
            <a:r>
              <a:rPr lang="en-GB" b="0" dirty="0">
                <a:solidFill>
                  <a:srgbClr val="202020"/>
                </a:solidFill>
                <a:effectLst/>
                <a:latin typeface="Consolas" panose="020B0609020204030204" pitchFamily="49" charset="0"/>
              </a:rPr>
              <a:t>, </a:t>
            </a:r>
            <a:r>
              <a:rPr lang="en-GB" b="0" dirty="0" err="1">
                <a:solidFill>
                  <a:srgbClr val="953800"/>
                </a:solidFill>
                <a:effectLst/>
                <a:latin typeface="Consolas" panose="020B0609020204030204" pitchFamily="49" charset="0"/>
              </a:rPr>
              <a:t>i</a:t>
            </a:r>
            <a:r>
              <a:rPr lang="en-GB" b="0" dirty="0">
                <a:solidFill>
                  <a:srgbClr val="202020"/>
                </a:solidFill>
                <a:effectLst/>
                <a:latin typeface="Consolas" panose="020B0609020204030204" pitchFamily="49" charset="0"/>
              </a:rPr>
              <a:t>):</a:t>
            </a:r>
          </a:p>
          <a:p>
            <a:pPr>
              <a:buNone/>
            </a:pPr>
            <a:r>
              <a:rPr lang="en-GB" b="0" dirty="0">
                <a:solidFill>
                  <a:srgbClr val="202020"/>
                </a:solidFill>
                <a:effectLst/>
                <a:latin typeface="Consolas" panose="020B0609020204030204" pitchFamily="49" charset="0"/>
              </a:rPr>
              <a:t>    </a:t>
            </a:r>
            <a:r>
              <a:rPr lang="en-GB" b="0" dirty="0">
                <a:solidFill>
                  <a:srgbClr val="0A3069"/>
                </a:solidFill>
                <a:effectLst/>
                <a:latin typeface="Consolas" panose="020B0609020204030204" pitchFamily="49" charset="0"/>
              </a:rPr>
              <a:t>"""</a:t>
            </a:r>
            <a:endParaRPr lang="en-GB" b="0" dirty="0">
              <a:solidFill>
                <a:srgbClr val="202020"/>
              </a:solidFill>
              <a:effectLst/>
              <a:latin typeface="Consolas" panose="020B0609020204030204" pitchFamily="49" charset="0"/>
            </a:endParaRPr>
          </a:p>
          <a:p>
            <a:pPr>
              <a:buNone/>
            </a:pPr>
            <a:r>
              <a:rPr lang="en-GB" b="0" dirty="0">
                <a:solidFill>
                  <a:srgbClr val="0A3069"/>
                </a:solidFill>
                <a:effectLst/>
                <a:latin typeface="Consolas" panose="020B0609020204030204" pitchFamily="49" charset="0"/>
              </a:rPr>
              <a:t>    Recursive implementation of Pascal's Triangle C(n, </a:t>
            </a:r>
            <a:r>
              <a:rPr lang="en-GB" b="0" dirty="0" err="1">
                <a:solidFill>
                  <a:srgbClr val="0A3069"/>
                </a:solidFill>
                <a:effectLst/>
                <a:latin typeface="Consolas" panose="020B0609020204030204" pitchFamily="49" charset="0"/>
              </a:rPr>
              <a:t>i</a:t>
            </a:r>
            <a:r>
              <a:rPr lang="en-GB" b="0" dirty="0">
                <a:solidFill>
                  <a:srgbClr val="0A3069"/>
                </a:solidFill>
                <a:effectLst/>
                <a:latin typeface="Consolas" panose="020B0609020204030204" pitchFamily="49" charset="0"/>
              </a:rPr>
              <a:t>).</a:t>
            </a:r>
            <a:endParaRPr lang="en-GB" b="0" dirty="0">
              <a:solidFill>
                <a:srgbClr val="202020"/>
              </a:solidFill>
              <a:effectLst/>
              <a:latin typeface="Consolas" panose="020B0609020204030204" pitchFamily="49" charset="0"/>
            </a:endParaRPr>
          </a:p>
          <a:p>
            <a:pPr>
              <a:buNone/>
            </a:pPr>
            <a:r>
              <a:rPr lang="en-GB" b="0" dirty="0">
                <a:solidFill>
                  <a:srgbClr val="0A3069"/>
                </a:solidFill>
                <a:effectLst/>
                <a:latin typeface="Consolas" panose="020B0609020204030204" pitchFamily="49" charset="0"/>
              </a:rPr>
              <a:t>    Calculates the </a:t>
            </a:r>
            <a:r>
              <a:rPr lang="en-GB" b="0" dirty="0" err="1">
                <a:solidFill>
                  <a:srgbClr val="0A3069"/>
                </a:solidFill>
                <a:effectLst/>
                <a:latin typeface="Consolas" panose="020B0609020204030204" pitchFamily="49" charset="0"/>
              </a:rPr>
              <a:t>ith</a:t>
            </a:r>
            <a:r>
              <a:rPr lang="en-GB" b="0" dirty="0">
                <a:solidFill>
                  <a:srgbClr val="0A3069"/>
                </a:solidFill>
                <a:effectLst/>
                <a:latin typeface="Consolas" panose="020B0609020204030204" pitchFamily="49" charset="0"/>
              </a:rPr>
              <a:t> number on the nth row.</a:t>
            </a:r>
            <a:endParaRPr lang="en-GB" b="0" dirty="0">
              <a:solidFill>
                <a:srgbClr val="202020"/>
              </a:solidFill>
              <a:effectLst/>
              <a:latin typeface="Consolas" panose="020B0609020204030204" pitchFamily="49" charset="0"/>
            </a:endParaRPr>
          </a:p>
          <a:p>
            <a:pPr>
              <a:buNone/>
            </a:pPr>
            <a:r>
              <a:rPr lang="en-GB" b="0" dirty="0">
                <a:solidFill>
                  <a:srgbClr val="0A3069"/>
                </a:solidFill>
                <a:effectLst/>
                <a:latin typeface="Consolas" panose="020B0609020204030204" pitchFamily="49" charset="0"/>
              </a:rPr>
              <a:t>    """</a:t>
            </a:r>
            <a:endParaRPr lang="en-GB" b="0" dirty="0">
              <a:solidFill>
                <a:srgbClr val="202020"/>
              </a:solidFill>
              <a:effectLst/>
              <a:latin typeface="Consolas" panose="020B0609020204030204" pitchFamily="49" charset="0"/>
            </a:endParaRPr>
          </a:p>
          <a:p>
            <a:pPr>
              <a:buNone/>
            </a:pPr>
            <a:r>
              <a:rPr lang="en-GB" b="0" dirty="0">
                <a:solidFill>
                  <a:srgbClr val="202020"/>
                </a:solidFill>
                <a:effectLst/>
                <a:latin typeface="Consolas" panose="020B0609020204030204" pitchFamily="49" charset="0"/>
              </a:rPr>
              <a:t>    </a:t>
            </a:r>
            <a:r>
              <a:rPr lang="en-GB" b="0" dirty="0">
                <a:solidFill>
                  <a:srgbClr val="6E7781"/>
                </a:solidFill>
                <a:effectLst/>
                <a:latin typeface="Consolas" panose="020B0609020204030204" pitchFamily="49" charset="0"/>
              </a:rPr>
              <a:t># Basis/Boundary cases: C(n, -1), C(-1, n), and C(n, n+1) are 0</a:t>
            </a:r>
            <a:endParaRPr lang="en-GB" b="0" dirty="0">
              <a:solidFill>
                <a:srgbClr val="202020"/>
              </a:solidFill>
              <a:effectLst/>
              <a:latin typeface="Consolas" panose="020B0609020204030204" pitchFamily="49" charset="0"/>
            </a:endParaRPr>
          </a:p>
          <a:p>
            <a:pPr>
              <a:buNone/>
            </a:pPr>
            <a:r>
              <a:rPr lang="en-GB" b="0" dirty="0">
                <a:solidFill>
                  <a:srgbClr val="202020"/>
                </a:solidFill>
                <a:effectLst/>
                <a:latin typeface="Consolas" panose="020B0609020204030204" pitchFamily="49" charset="0"/>
              </a:rPr>
              <a:t>    </a:t>
            </a:r>
            <a:r>
              <a:rPr lang="en-GB" b="0" dirty="0">
                <a:solidFill>
                  <a:srgbClr val="AF00DB"/>
                </a:solidFill>
                <a:effectLst/>
                <a:latin typeface="Consolas" panose="020B0609020204030204" pitchFamily="49" charset="0"/>
              </a:rPr>
              <a:t>if</a:t>
            </a:r>
            <a:r>
              <a:rPr lang="en-GB" b="0" dirty="0">
                <a:solidFill>
                  <a:srgbClr val="202020"/>
                </a:solidFill>
                <a:effectLst/>
                <a:latin typeface="Consolas" panose="020B0609020204030204" pitchFamily="49" charset="0"/>
              </a:rPr>
              <a:t> </a:t>
            </a:r>
            <a:r>
              <a:rPr lang="en-GB" b="0" dirty="0" err="1">
                <a:solidFill>
                  <a:srgbClr val="953800"/>
                </a:solidFill>
                <a:effectLst/>
                <a:latin typeface="Consolas" panose="020B0609020204030204" pitchFamily="49" charset="0"/>
              </a:rPr>
              <a:t>i</a:t>
            </a:r>
            <a:r>
              <a:rPr lang="en-GB" b="0" dirty="0">
                <a:solidFill>
                  <a:srgbClr val="202020"/>
                </a:solidFill>
                <a:effectLst/>
                <a:latin typeface="Consolas" panose="020B0609020204030204" pitchFamily="49" charset="0"/>
              </a:rPr>
              <a:t> </a:t>
            </a:r>
            <a:r>
              <a:rPr lang="en-GB" b="0" dirty="0">
                <a:solidFill>
                  <a:srgbClr val="000000"/>
                </a:solidFill>
                <a:effectLst/>
                <a:latin typeface="Consolas" panose="020B0609020204030204" pitchFamily="49" charset="0"/>
              </a:rPr>
              <a:t>==</a:t>
            </a:r>
            <a:r>
              <a:rPr lang="en-GB" b="0" dirty="0">
                <a:solidFill>
                  <a:srgbClr val="202020"/>
                </a:solidFill>
                <a:effectLst/>
                <a:latin typeface="Consolas" panose="020B0609020204030204" pitchFamily="49" charset="0"/>
              </a:rPr>
              <a:t> </a:t>
            </a:r>
            <a:r>
              <a:rPr lang="en-GB" b="0" dirty="0">
                <a:solidFill>
                  <a:srgbClr val="000000"/>
                </a:solidFill>
                <a:effectLst/>
                <a:latin typeface="Consolas" panose="020B0609020204030204" pitchFamily="49" charset="0"/>
              </a:rPr>
              <a:t>-</a:t>
            </a:r>
            <a:r>
              <a:rPr lang="en-GB" b="0" dirty="0">
                <a:solidFill>
                  <a:srgbClr val="098658"/>
                </a:solidFill>
                <a:effectLst/>
                <a:latin typeface="Consolas" panose="020B0609020204030204" pitchFamily="49" charset="0"/>
              </a:rPr>
              <a:t>1</a:t>
            </a:r>
            <a:r>
              <a:rPr lang="en-GB" b="0" dirty="0">
                <a:solidFill>
                  <a:srgbClr val="202020"/>
                </a:solidFill>
                <a:effectLst/>
                <a:latin typeface="Consolas" panose="020B0609020204030204" pitchFamily="49" charset="0"/>
              </a:rPr>
              <a:t> </a:t>
            </a:r>
            <a:r>
              <a:rPr lang="en-GB" b="0" dirty="0">
                <a:solidFill>
                  <a:srgbClr val="0000FF"/>
                </a:solidFill>
                <a:effectLst/>
                <a:latin typeface="Consolas" panose="020B0609020204030204" pitchFamily="49" charset="0"/>
              </a:rPr>
              <a:t>or</a:t>
            </a:r>
            <a:r>
              <a:rPr lang="en-GB" b="0" dirty="0">
                <a:solidFill>
                  <a:srgbClr val="202020"/>
                </a:solidFill>
                <a:effectLst/>
                <a:latin typeface="Consolas" panose="020B0609020204030204" pitchFamily="49" charset="0"/>
              </a:rPr>
              <a:t> </a:t>
            </a:r>
            <a:r>
              <a:rPr lang="en-GB" b="0" dirty="0">
                <a:solidFill>
                  <a:srgbClr val="953800"/>
                </a:solidFill>
                <a:effectLst/>
                <a:latin typeface="Consolas" panose="020B0609020204030204" pitchFamily="49" charset="0"/>
              </a:rPr>
              <a:t>n</a:t>
            </a:r>
            <a:r>
              <a:rPr lang="en-GB" b="0" dirty="0">
                <a:solidFill>
                  <a:srgbClr val="202020"/>
                </a:solidFill>
                <a:effectLst/>
                <a:latin typeface="Consolas" panose="020B0609020204030204" pitchFamily="49" charset="0"/>
              </a:rPr>
              <a:t> </a:t>
            </a:r>
            <a:r>
              <a:rPr lang="en-GB" b="0" dirty="0">
                <a:solidFill>
                  <a:srgbClr val="000000"/>
                </a:solidFill>
                <a:effectLst/>
                <a:latin typeface="Consolas" panose="020B0609020204030204" pitchFamily="49" charset="0"/>
              </a:rPr>
              <a:t>==</a:t>
            </a:r>
            <a:r>
              <a:rPr lang="en-GB" b="0" dirty="0">
                <a:solidFill>
                  <a:srgbClr val="202020"/>
                </a:solidFill>
                <a:effectLst/>
                <a:latin typeface="Consolas" panose="020B0609020204030204" pitchFamily="49" charset="0"/>
              </a:rPr>
              <a:t> </a:t>
            </a:r>
            <a:r>
              <a:rPr lang="en-GB" b="0" dirty="0">
                <a:solidFill>
                  <a:srgbClr val="000000"/>
                </a:solidFill>
                <a:effectLst/>
                <a:latin typeface="Consolas" panose="020B0609020204030204" pitchFamily="49" charset="0"/>
              </a:rPr>
              <a:t>-</a:t>
            </a:r>
            <a:r>
              <a:rPr lang="en-GB" b="0" dirty="0">
                <a:solidFill>
                  <a:srgbClr val="098658"/>
                </a:solidFill>
                <a:effectLst/>
                <a:latin typeface="Consolas" panose="020B0609020204030204" pitchFamily="49" charset="0"/>
              </a:rPr>
              <a:t>1</a:t>
            </a:r>
            <a:r>
              <a:rPr lang="en-GB" b="0" dirty="0">
                <a:solidFill>
                  <a:srgbClr val="202020"/>
                </a:solidFill>
                <a:effectLst/>
                <a:latin typeface="Consolas" panose="020B0609020204030204" pitchFamily="49" charset="0"/>
              </a:rPr>
              <a:t> </a:t>
            </a:r>
            <a:r>
              <a:rPr lang="en-GB" b="0" dirty="0">
                <a:solidFill>
                  <a:srgbClr val="0000FF"/>
                </a:solidFill>
                <a:effectLst/>
                <a:latin typeface="Consolas" panose="020B0609020204030204" pitchFamily="49" charset="0"/>
              </a:rPr>
              <a:t>or</a:t>
            </a:r>
            <a:r>
              <a:rPr lang="en-GB" b="0" dirty="0">
                <a:solidFill>
                  <a:srgbClr val="202020"/>
                </a:solidFill>
                <a:effectLst/>
                <a:latin typeface="Consolas" panose="020B0609020204030204" pitchFamily="49" charset="0"/>
              </a:rPr>
              <a:t> </a:t>
            </a:r>
            <a:r>
              <a:rPr lang="en-GB" b="0" dirty="0" err="1">
                <a:solidFill>
                  <a:srgbClr val="953800"/>
                </a:solidFill>
                <a:effectLst/>
                <a:latin typeface="Consolas" panose="020B0609020204030204" pitchFamily="49" charset="0"/>
              </a:rPr>
              <a:t>i</a:t>
            </a:r>
            <a:r>
              <a:rPr lang="en-GB" b="0" dirty="0">
                <a:solidFill>
                  <a:srgbClr val="202020"/>
                </a:solidFill>
                <a:effectLst/>
                <a:latin typeface="Consolas" panose="020B0609020204030204" pitchFamily="49" charset="0"/>
              </a:rPr>
              <a:t> </a:t>
            </a:r>
            <a:r>
              <a:rPr lang="en-GB" b="0" dirty="0">
                <a:solidFill>
                  <a:srgbClr val="000000"/>
                </a:solidFill>
                <a:effectLst/>
                <a:latin typeface="Consolas" panose="020B0609020204030204" pitchFamily="49" charset="0"/>
              </a:rPr>
              <a:t>==</a:t>
            </a:r>
            <a:r>
              <a:rPr lang="en-GB" b="0" dirty="0">
                <a:solidFill>
                  <a:srgbClr val="202020"/>
                </a:solidFill>
                <a:effectLst/>
                <a:latin typeface="Consolas" panose="020B0609020204030204" pitchFamily="49" charset="0"/>
              </a:rPr>
              <a:t> </a:t>
            </a:r>
            <a:r>
              <a:rPr lang="en-GB" b="0" dirty="0">
                <a:solidFill>
                  <a:srgbClr val="953800"/>
                </a:solidFill>
                <a:effectLst/>
                <a:latin typeface="Consolas" panose="020B0609020204030204" pitchFamily="49" charset="0"/>
              </a:rPr>
              <a:t>n</a:t>
            </a:r>
            <a:r>
              <a:rPr lang="en-GB" b="0" dirty="0">
                <a:solidFill>
                  <a:srgbClr val="202020"/>
                </a:solidFill>
                <a:effectLst/>
                <a:latin typeface="Consolas" panose="020B0609020204030204" pitchFamily="49" charset="0"/>
              </a:rPr>
              <a:t> </a:t>
            </a:r>
            <a:r>
              <a:rPr lang="en-GB" b="0" dirty="0">
                <a:solidFill>
                  <a:srgbClr val="000000"/>
                </a:solidFill>
                <a:effectLst/>
                <a:latin typeface="Consolas" panose="020B0609020204030204" pitchFamily="49" charset="0"/>
              </a:rPr>
              <a:t>+</a:t>
            </a:r>
            <a:r>
              <a:rPr lang="en-GB" b="0" dirty="0">
                <a:solidFill>
                  <a:srgbClr val="202020"/>
                </a:solidFill>
                <a:effectLst/>
                <a:latin typeface="Consolas" panose="020B0609020204030204" pitchFamily="49" charset="0"/>
              </a:rPr>
              <a:t> </a:t>
            </a:r>
            <a:r>
              <a:rPr lang="en-GB" b="0" dirty="0">
                <a:solidFill>
                  <a:srgbClr val="098658"/>
                </a:solidFill>
                <a:effectLst/>
                <a:latin typeface="Consolas" panose="020B0609020204030204" pitchFamily="49" charset="0"/>
              </a:rPr>
              <a:t>1</a:t>
            </a:r>
            <a:r>
              <a:rPr lang="en-GB" b="0" dirty="0">
                <a:solidFill>
                  <a:srgbClr val="202020"/>
                </a:solidFill>
                <a:effectLst/>
                <a:latin typeface="Consolas" panose="020B0609020204030204" pitchFamily="49" charset="0"/>
              </a:rPr>
              <a:t>:</a:t>
            </a:r>
          </a:p>
          <a:p>
            <a:pPr>
              <a:buNone/>
            </a:pPr>
            <a:r>
              <a:rPr lang="en-GB" b="0" dirty="0">
                <a:solidFill>
                  <a:srgbClr val="202020"/>
                </a:solidFill>
                <a:effectLst/>
                <a:latin typeface="Consolas" panose="020B0609020204030204" pitchFamily="49" charset="0"/>
              </a:rPr>
              <a:t>        </a:t>
            </a:r>
            <a:r>
              <a:rPr lang="en-GB" b="0" dirty="0">
                <a:solidFill>
                  <a:srgbClr val="AF00DB"/>
                </a:solidFill>
                <a:effectLst/>
                <a:latin typeface="Consolas" panose="020B0609020204030204" pitchFamily="49" charset="0"/>
              </a:rPr>
              <a:t>return</a:t>
            </a:r>
            <a:r>
              <a:rPr lang="en-GB" b="0" dirty="0">
                <a:solidFill>
                  <a:srgbClr val="202020"/>
                </a:solidFill>
                <a:effectLst/>
                <a:latin typeface="Consolas" panose="020B0609020204030204" pitchFamily="49" charset="0"/>
              </a:rPr>
              <a:t> </a:t>
            </a:r>
            <a:r>
              <a:rPr lang="en-GB" b="0" dirty="0">
                <a:solidFill>
                  <a:srgbClr val="098658"/>
                </a:solidFill>
                <a:effectLst/>
                <a:latin typeface="Consolas" panose="020B0609020204030204" pitchFamily="49" charset="0"/>
              </a:rPr>
              <a:t>0</a:t>
            </a:r>
            <a:endParaRPr lang="en-GB" b="0" dirty="0">
              <a:solidFill>
                <a:srgbClr val="202020"/>
              </a:solidFill>
              <a:effectLst/>
              <a:latin typeface="Consolas" panose="020B0609020204030204" pitchFamily="49" charset="0"/>
            </a:endParaRPr>
          </a:p>
          <a:p>
            <a:pPr>
              <a:buNone/>
            </a:pPr>
            <a:r>
              <a:rPr lang="en-GB" b="0" dirty="0">
                <a:solidFill>
                  <a:srgbClr val="202020"/>
                </a:solidFill>
                <a:effectLst/>
                <a:latin typeface="Consolas" panose="020B0609020204030204" pitchFamily="49" charset="0"/>
              </a:rPr>
              <a:t>    </a:t>
            </a:r>
          </a:p>
          <a:p>
            <a:pPr>
              <a:buNone/>
            </a:pPr>
            <a:r>
              <a:rPr lang="en-GB" b="0" dirty="0">
                <a:solidFill>
                  <a:srgbClr val="202020"/>
                </a:solidFill>
                <a:effectLst/>
                <a:latin typeface="Consolas" panose="020B0609020204030204" pitchFamily="49" charset="0"/>
              </a:rPr>
              <a:t>    </a:t>
            </a:r>
            <a:r>
              <a:rPr lang="en-GB" b="0" dirty="0">
                <a:solidFill>
                  <a:srgbClr val="6E7781"/>
                </a:solidFill>
                <a:effectLst/>
                <a:latin typeface="Consolas" panose="020B0609020204030204" pitchFamily="49" charset="0"/>
              </a:rPr>
              <a:t># Basis: The very top of the triangle is 1</a:t>
            </a:r>
            <a:endParaRPr lang="en-GB" b="0" dirty="0">
              <a:solidFill>
                <a:srgbClr val="202020"/>
              </a:solidFill>
              <a:effectLst/>
              <a:latin typeface="Consolas" panose="020B0609020204030204" pitchFamily="49" charset="0"/>
            </a:endParaRPr>
          </a:p>
          <a:p>
            <a:pPr>
              <a:buNone/>
            </a:pPr>
            <a:r>
              <a:rPr lang="en-GB" b="0" dirty="0">
                <a:solidFill>
                  <a:srgbClr val="202020"/>
                </a:solidFill>
                <a:effectLst/>
                <a:latin typeface="Consolas" panose="020B0609020204030204" pitchFamily="49" charset="0"/>
              </a:rPr>
              <a:t>    </a:t>
            </a:r>
            <a:r>
              <a:rPr lang="en-GB" b="0" dirty="0" err="1">
                <a:solidFill>
                  <a:srgbClr val="AF00DB"/>
                </a:solidFill>
                <a:effectLst/>
                <a:latin typeface="Consolas" panose="020B0609020204030204" pitchFamily="49" charset="0"/>
              </a:rPr>
              <a:t>elif</a:t>
            </a:r>
            <a:r>
              <a:rPr lang="en-GB" b="0" dirty="0">
                <a:solidFill>
                  <a:srgbClr val="202020"/>
                </a:solidFill>
                <a:effectLst/>
                <a:latin typeface="Consolas" panose="020B0609020204030204" pitchFamily="49" charset="0"/>
              </a:rPr>
              <a:t> </a:t>
            </a:r>
            <a:r>
              <a:rPr lang="en-GB" b="0" dirty="0" err="1">
                <a:solidFill>
                  <a:srgbClr val="953800"/>
                </a:solidFill>
                <a:effectLst/>
                <a:latin typeface="Consolas" panose="020B0609020204030204" pitchFamily="49" charset="0"/>
              </a:rPr>
              <a:t>i</a:t>
            </a:r>
            <a:r>
              <a:rPr lang="en-GB" b="0" dirty="0">
                <a:solidFill>
                  <a:srgbClr val="202020"/>
                </a:solidFill>
                <a:effectLst/>
                <a:latin typeface="Consolas" panose="020B0609020204030204" pitchFamily="49" charset="0"/>
              </a:rPr>
              <a:t> </a:t>
            </a:r>
            <a:r>
              <a:rPr lang="en-GB" b="0" dirty="0">
                <a:solidFill>
                  <a:srgbClr val="000000"/>
                </a:solidFill>
                <a:effectLst/>
                <a:latin typeface="Consolas" panose="020B0609020204030204" pitchFamily="49" charset="0"/>
              </a:rPr>
              <a:t>==</a:t>
            </a:r>
            <a:r>
              <a:rPr lang="en-GB" b="0" dirty="0">
                <a:solidFill>
                  <a:srgbClr val="202020"/>
                </a:solidFill>
                <a:effectLst/>
                <a:latin typeface="Consolas" panose="020B0609020204030204" pitchFamily="49" charset="0"/>
              </a:rPr>
              <a:t> </a:t>
            </a:r>
            <a:r>
              <a:rPr lang="en-GB" b="0" dirty="0">
                <a:solidFill>
                  <a:srgbClr val="098658"/>
                </a:solidFill>
                <a:effectLst/>
                <a:latin typeface="Consolas" panose="020B0609020204030204" pitchFamily="49" charset="0"/>
              </a:rPr>
              <a:t>0</a:t>
            </a:r>
            <a:r>
              <a:rPr lang="en-GB" b="0" dirty="0">
                <a:solidFill>
                  <a:srgbClr val="202020"/>
                </a:solidFill>
                <a:effectLst/>
                <a:latin typeface="Consolas" panose="020B0609020204030204" pitchFamily="49" charset="0"/>
              </a:rPr>
              <a:t> </a:t>
            </a:r>
            <a:r>
              <a:rPr lang="en-GB" b="0" dirty="0">
                <a:solidFill>
                  <a:srgbClr val="0000FF"/>
                </a:solidFill>
                <a:effectLst/>
                <a:latin typeface="Consolas" panose="020B0609020204030204" pitchFamily="49" charset="0"/>
              </a:rPr>
              <a:t>and</a:t>
            </a:r>
            <a:r>
              <a:rPr lang="en-GB" b="0" dirty="0">
                <a:solidFill>
                  <a:srgbClr val="202020"/>
                </a:solidFill>
                <a:effectLst/>
                <a:latin typeface="Consolas" panose="020B0609020204030204" pitchFamily="49" charset="0"/>
              </a:rPr>
              <a:t> </a:t>
            </a:r>
            <a:r>
              <a:rPr lang="en-GB" b="0" dirty="0">
                <a:solidFill>
                  <a:srgbClr val="953800"/>
                </a:solidFill>
                <a:effectLst/>
                <a:latin typeface="Consolas" panose="020B0609020204030204" pitchFamily="49" charset="0"/>
              </a:rPr>
              <a:t>n</a:t>
            </a:r>
            <a:r>
              <a:rPr lang="en-GB" b="0" dirty="0">
                <a:solidFill>
                  <a:srgbClr val="202020"/>
                </a:solidFill>
                <a:effectLst/>
                <a:latin typeface="Consolas" panose="020B0609020204030204" pitchFamily="49" charset="0"/>
              </a:rPr>
              <a:t> </a:t>
            </a:r>
            <a:r>
              <a:rPr lang="en-GB" b="0" dirty="0">
                <a:solidFill>
                  <a:srgbClr val="000000"/>
                </a:solidFill>
                <a:effectLst/>
                <a:latin typeface="Consolas" panose="020B0609020204030204" pitchFamily="49" charset="0"/>
              </a:rPr>
              <a:t>==</a:t>
            </a:r>
            <a:r>
              <a:rPr lang="en-GB" b="0" dirty="0">
                <a:solidFill>
                  <a:srgbClr val="202020"/>
                </a:solidFill>
                <a:effectLst/>
                <a:latin typeface="Consolas" panose="020B0609020204030204" pitchFamily="49" charset="0"/>
              </a:rPr>
              <a:t> </a:t>
            </a:r>
            <a:r>
              <a:rPr lang="en-GB" b="0" dirty="0">
                <a:solidFill>
                  <a:srgbClr val="098658"/>
                </a:solidFill>
                <a:effectLst/>
                <a:latin typeface="Consolas" panose="020B0609020204030204" pitchFamily="49" charset="0"/>
              </a:rPr>
              <a:t>0</a:t>
            </a:r>
            <a:r>
              <a:rPr lang="en-GB" b="0" dirty="0">
                <a:solidFill>
                  <a:srgbClr val="202020"/>
                </a:solidFill>
                <a:effectLst/>
                <a:latin typeface="Consolas" panose="020B0609020204030204" pitchFamily="49" charset="0"/>
              </a:rPr>
              <a:t>:</a:t>
            </a:r>
          </a:p>
          <a:p>
            <a:pPr>
              <a:buNone/>
            </a:pPr>
            <a:r>
              <a:rPr lang="en-GB" b="0" dirty="0">
                <a:solidFill>
                  <a:srgbClr val="202020"/>
                </a:solidFill>
                <a:effectLst/>
                <a:latin typeface="Consolas" panose="020B0609020204030204" pitchFamily="49" charset="0"/>
              </a:rPr>
              <a:t>        </a:t>
            </a:r>
            <a:r>
              <a:rPr lang="en-GB" b="0" dirty="0">
                <a:solidFill>
                  <a:srgbClr val="AF00DB"/>
                </a:solidFill>
                <a:effectLst/>
                <a:latin typeface="Consolas" panose="020B0609020204030204" pitchFamily="49" charset="0"/>
              </a:rPr>
              <a:t>return</a:t>
            </a:r>
            <a:r>
              <a:rPr lang="en-GB" b="0" dirty="0">
                <a:solidFill>
                  <a:srgbClr val="202020"/>
                </a:solidFill>
                <a:effectLst/>
                <a:latin typeface="Consolas" panose="020B0609020204030204" pitchFamily="49" charset="0"/>
              </a:rPr>
              <a:t> </a:t>
            </a:r>
            <a:r>
              <a:rPr lang="en-GB" b="0" dirty="0">
                <a:solidFill>
                  <a:srgbClr val="098658"/>
                </a:solidFill>
                <a:effectLst/>
                <a:latin typeface="Consolas" panose="020B0609020204030204" pitchFamily="49" charset="0"/>
              </a:rPr>
              <a:t>1</a:t>
            </a:r>
            <a:endParaRPr lang="en-GB" b="0" dirty="0">
              <a:solidFill>
                <a:srgbClr val="202020"/>
              </a:solidFill>
              <a:effectLst/>
              <a:latin typeface="Consolas" panose="020B0609020204030204" pitchFamily="49" charset="0"/>
            </a:endParaRPr>
          </a:p>
          <a:p>
            <a:pPr>
              <a:buNone/>
            </a:pPr>
            <a:r>
              <a:rPr lang="en-GB" b="0" dirty="0">
                <a:solidFill>
                  <a:srgbClr val="202020"/>
                </a:solidFill>
                <a:effectLst/>
                <a:latin typeface="Consolas" panose="020B0609020204030204" pitchFamily="49" charset="0"/>
              </a:rPr>
              <a:t>    </a:t>
            </a:r>
          </a:p>
          <a:p>
            <a:pPr>
              <a:buNone/>
            </a:pPr>
            <a:r>
              <a:rPr lang="en-GB" b="0" dirty="0">
                <a:solidFill>
                  <a:srgbClr val="202020"/>
                </a:solidFill>
                <a:effectLst/>
                <a:latin typeface="Consolas" panose="020B0609020204030204" pitchFamily="49" charset="0"/>
              </a:rPr>
              <a:t>    </a:t>
            </a:r>
            <a:r>
              <a:rPr lang="en-GB" b="0" dirty="0">
                <a:solidFill>
                  <a:srgbClr val="6E7781"/>
                </a:solidFill>
                <a:effectLst/>
                <a:latin typeface="Consolas" panose="020B0609020204030204" pitchFamily="49" charset="0"/>
              </a:rPr>
              <a:t># Induction: C(n, </a:t>
            </a:r>
            <a:r>
              <a:rPr lang="en-GB" b="0" dirty="0" err="1">
                <a:solidFill>
                  <a:srgbClr val="6E7781"/>
                </a:solidFill>
                <a:effectLst/>
                <a:latin typeface="Consolas" panose="020B0609020204030204" pitchFamily="49" charset="0"/>
              </a:rPr>
              <a:t>i</a:t>
            </a:r>
            <a:r>
              <a:rPr lang="en-GB" b="0" dirty="0">
                <a:solidFill>
                  <a:srgbClr val="6E7781"/>
                </a:solidFill>
                <a:effectLst/>
                <a:latin typeface="Consolas" panose="020B0609020204030204" pitchFamily="49" charset="0"/>
              </a:rPr>
              <a:t>) = C(n-1, i-1) + C(n-1, </a:t>
            </a:r>
            <a:r>
              <a:rPr lang="en-GB" b="0" dirty="0" err="1">
                <a:solidFill>
                  <a:srgbClr val="6E7781"/>
                </a:solidFill>
                <a:effectLst/>
                <a:latin typeface="Consolas" panose="020B0609020204030204" pitchFamily="49" charset="0"/>
              </a:rPr>
              <a:t>i</a:t>
            </a:r>
            <a:r>
              <a:rPr lang="en-GB" b="0" dirty="0">
                <a:solidFill>
                  <a:srgbClr val="6E7781"/>
                </a:solidFill>
                <a:effectLst/>
                <a:latin typeface="Consolas" panose="020B0609020204030204" pitchFamily="49" charset="0"/>
              </a:rPr>
              <a:t>)</a:t>
            </a:r>
            <a:endParaRPr lang="en-GB" b="0" dirty="0">
              <a:solidFill>
                <a:srgbClr val="202020"/>
              </a:solidFill>
              <a:effectLst/>
              <a:latin typeface="Consolas" panose="020B0609020204030204" pitchFamily="49" charset="0"/>
            </a:endParaRPr>
          </a:p>
          <a:p>
            <a:pPr>
              <a:buNone/>
            </a:pPr>
            <a:r>
              <a:rPr lang="en-GB" b="0" dirty="0">
                <a:solidFill>
                  <a:srgbClr val="202020"/>
                </a:solidFill>
                <a:effectLst/>
                <a:latin typeface="Consolas" panose="020B0609020204030204" pitchFamily="49" charset="0"/>
              </a:rPr>
              <a:t>    </a:t>
            </a:r>
            <a:r>
              <a:rPr lang="en-GB" b="0" dirty="0">
                <a:solidFill>
                  <a:srgbClr val="AF00DB"/>
                </a:solidFill>
                <a:effectLst/>
                <a:latin typeface="Consolas" panose="020B0609020204030204" pitchFamily="49" charset="0"/>
              </a:rPr>
              <a:t>else</a:t>
            </a:r>
            <a:r>
              <a:rPr lang="en-GB" b="0" dirty="0">
                <a:solidFill>
                  <a:srgbClr val="202020"/>
                </a:solidFill>
                <a:effectLst/>
                <a:latin typeface="Consolas" panose="020B0609020204030204" pitchFamily="49" charset="0"/>
              </a:rPr>
              <a:t>:</a:t>
            </a:r>
          </a:p>
          <a:p>
            <a:pPr>
              <a:buNone/>
            </a:pPr>
            <a:r>
              <a:rPr lang="en-GB" b="0" dirty="0">
                <a:solidFill>
                  <a:srgbClr val="202020"/>
                </a:solidFill>
                <a:effectLst/>
                <a:latin typeface="Consolas" panose="020B0609020204030204" pitchFamily="49" charset="0"/>
              </a:rPr>
              <a:t>        </a:t>
            </a:r>
            <a:r>
              <a:rPr lang="en-GB" b="0" dirty="0">
                <a:solidFill>
                  <a:srgbClr val="AF00DB"/>
                </a:solidFill>
                <a:effectLst/>
                <a:latin typeface="Consolas" panose="020B0609020204030204" pitchFamily="49" charset="0"/>
              </a:rPr>
              <a:t>return</a:t>
            </a:r>
            <a:r>
              <a:rPr lang="en-GB" b="0" dirty="0">
                <a:solidFill>
                  <a:srgbClr val="202020"/>
                </a:solidFill>
                <a:effectLst/>
                <a:latin typeface="Consolas" panose="020B0609020204030204" pitchFamily="49" charset="0"/>
              </a:rPr>
              <a:t> </a:t>
            </a:r>
            <a:r>
              <a:rPr lang="en-GB" b="0" dirty="0">
                <a:solidFill>
                  <a:srgbClr val="8250DF"/>
                </a:solidFill>
                <a:effectLst/>
                <a:latin typeface="Consolas" panose="020B0609020204030204" pitchFamily="49" charset="0"/>
              </a:rPr>
              <a:t>c</a:t>
            </a:r>
            <a:r>
              <a:rPr lang="en-GB" b="0" dirty="0">
                <a:solidFill>
                  <a:srgbClr val="202020"/>
                </a:solidFill>
                <a:effectLst/>
                <a:latin typeface="Consolas" panose="020B0609020204030204" pitchFamily="49" charset="0"/>
              </a:rPr>
              <a:t>(</a:t>
            </a:r>
            <a:r>
              <a:rPr lang="en-GB" b="0" dirty="0">
                <a:solidFill>
                  <a:srgbClr val="953800"/>
                </a:solidFill>
                <a:effectLst/>
                <a:latin typeface="Consolas" panose="020B0609020204030204" pitchFamily="49" charset="0"/>
              </a:rPr>
              <a:t>n</a:t>
            </a:r>
            <a:r>
              <a:rPr lang="en-GB" b="0" dirty="0">
                <a:solidFill>
                  <a:srgbClr val="202020"/>
                </a:solidFill>
                <a:effectLst/>
                <a:latin typeface="Consolas" panose="020B0609020204030204" pitchFamily="49" charset="0"/>
              </a:rPr>
              <a:t> </a:t>
            </a:r>
            <a:r>
              <a:rPr lang="en-GB" b="0" dirty="0">
                <a:solidFill>
                  <a:srgbClr val="000000"/>
                </a:solidFill>
                <a:effectLst/>
                <a:latin typeface="Consolas" panose="020B0609020204030204" pitchFamily="49" charset="0"/>
              </a:rPr>
              <a:t>-</a:t>
            </a:r>
            <a:r>
              <a:rPr lang="en-GB" b="0" dirty="0">
                <a:solidFill>
                  <a:srgbClr val="202020"/>
                </a:solidFill>
                <a:effectLst/>
                <a:latin typeface="Consolas" panose="020B0609020204030204" pitchFamily="49" charset="0"/>
              </a:rPr>
              <a:t> </a:t>
            </a:r>
            <a:r>
              <a:rPr lang="en-GB" b="0" dirty="0">
                <a:solidFill>
                  <a:srgbClr val="098658"/>
                </a:solidFill>
                <a:effectLst/>
                <a:latin typeface="Consolas" panose="020B0609020204030204" pitchFamily="49" charset="0"/>
              </a:rPr>
              <a:t>1</a:t>
            </a:r>
            <a:r>
              <a:rPr lang="en-GB" b="0" dirty="0">
                <a:solidFill>
                  <a:srgbClr val="202020"/>
                </a:solidFill>
                <a:effectLst/>
                <a:latin typeface="Consolas" panose="020B0609020204030204" pitchFamily="49" charset="0"/>
              </a:rPr>
              <a:t>, </a:t>
            </a:r>
            <a:r>
              <a:rPr lang="en-GB" b="0" dirty="0" err="1">
                <a:solidFill>
                  <a:srgbClr val="953800"/>
                </a:solidFill>
                <a:effectLst/>
                <a:latin typeface="Consolas" panose="020B0609020204030204" pitchFamily="49" charset="0"/>
              </a:rPr>
              <a:t>i</a:t>
            </a:r>
            <a:r>
              <a:rPr lang="en-GB" b="0" dirty="0">
                <a:solidFill>
                  <a:srgbClr val="202020"/>
                </a:solidFill>
                <a:effectLst/>
                <a:latin typeface="Consolas" panose="020B0609020204030204" pitchFamily="49" charset="0"/>
              </a:rPr>
              <a:t> </a:t>
            </a:r>
            <a:r>
              <a:rPr lang="en-GB" b="0" dirty="0">
                <a:solidFill>
                  <a:srgbClr val="000000"/>
                </a:solidFill>
                <a:effectLst/>
                <a:latin typeface="Consolas" panose="020B0609020204030204" pitchFamily="49" charset="0"/>
              </a:rPr>
              <a:t>-</a:t>
            </a:r>
            <a:r>
              <a:rPr lang="en-GB" b="0" dirty="0">
                <a:solidFill>
                  <a:srgbClr val="202020"/>
                </a:solidFill>
                <a:effectLst/>
                <a:latin typeface="Consolas" panose="020B0609020204030204" pitchFamily="49" charset="0"/>
              </a:rPr>
              <a:t> </a:t>
            </a:r>
            <a:r>
              <a:rPr lang="en-GB" b="0" dirty="0">
                <a:solidFill>
                  <a:srgbClr val="098658"/>
                </a:solidFill>
                <a:effectLst/>
                <a:latin typeface="Consolas" panose="020B0609020204030204" pitchFamily="49" charset="0"/>
              </a:rPr>
              <a:t>1</a:t>
            </a:r>
            <a:r>
              <a:rPr lang="en-GB" b="0" dirty="0">
                <a:solidFill>
                  <a:srgbClr val="202020"/>
                </a:solidFill>
                <a:effectLst/>
                <a:latin typeface="Consolas" panose="020B0609020204030204" pitchFamily="49" charset="0"/>
              </a:rPr>
              <a:t>) </a:t>
            </a:r>
            <a:r>
              <a:rPr lang="en-GB" b="0" dirty="0">
                <a:solidFill>
                  <a:srgbClr val="000000"/>
                </a:solidFill>
                <a:effectLst/>
                <a:latin typeface="Consolas" panose="020B0609020204030204" pitchFamily="49" charset="0"/>
              </a:rPr>
              <a:t>+</a:t>
            </a:r>
            <a:r>
              <a:rPr lang="en-GB" b="0" dirty="0">
                <a:solidFill>
                  <a:srgbClr val="202020"/>
                </a:solidFill>
                <a:effectLst/>
                <a:latin typeface="Consolas" panose="020B0609020204030204" pitchFamily="49" charset="0"/>
              </a:rPr>
              <a:t> </a:t>
            </a:r>
            <a:r>
              <a:rPr lang="en-GB" b="0" dirty="0">
                <a:solidFill>
                  <a:srgbClr val="8250DF"/>
                </a:solidFill>
                <a:effectLst/>
                <a:latin typeface="Consolas" panose="020B0609020204030204" pitchFamily="49" charset="0"/>
              </a:rPr>
              <a:t>c</a:t>
            </a:r>
            <a:r>
              <a:rPr lang="en-GB" b="0" dirty="0">
                <a:solidFill>
                  <a:srgbClr val="202020"/>
                </a:solidFill>
                <a:effectLst/>
                <a:latin typeface="Consolas" panose="020B0609020204030204" pitchFamily="49" charset="0"/>
              </a:rPr>
              <a:t>(</a:t>
            </a:r>
            <a:r>
              <a:rPr lang="en-GB" b="0" dirty="0">
                <a:solidFill>
                  <a:srgbClr val="953800"/>
                </a:solidFill>
                <a:effectLst/>
                <a:latin typeface="Consolas" panose="020B0609020204030204" pitchFamily="49" charset="0"/>
              </a:rPr>
              <a:t>n</a:t>
            </a:r>
            <a:r>
              <a:rPr lang="en-GB" b="0" dirty="0">
                <a:solidFill>
                  <a:srgbClr val="202020"/>
                </a:solidFill>
                <a:effectLst/>
                <a:latin typeface="Consolas" panose="020B0609020204030204" pitchFamily="49" charset="0"/>
              </a:rPr>
              <a:t> </a:t>
            </a:r>
            <a:r>
              <a:rPr lang="en-GB" b="0" dirty="0">
                <a:solidFill>
                  <a:srgbClr val="000000"/>
                </a:solidFill>
                <a:effectLst/>
                <a:latin typeface="Consolas" panose="020B0609020204030204" pitchFamily="49" charset="0"/>
              </a:rPr>
              <a:t>-</a:t>
            </a:r>
            <a:r>
              <a:rPr lang="en-GB" b="0" dirty="0">
                <a:solidFill>
                  <a:srgbClr val="202020"/>
                </a:solidFill>
                <a:effectLst/>
                <a:latin typeface="Consolas" panose="020B0609020204030204" pitchFamily="49" charset="0"/>
              </a:rPr>
              <a:t> </a:t>
            </a:r>
            <a:r>
              <a:rPr lang="en-GB" b="0" dirty="0">
                <a:solidFill>
                  <a:srgbClr val="098658"/>
                </a:solidFill>
                <a:effectLst/>
                <a:latin typeface="Consolas" panose="020B0609020204030204" pitchFamily="49" charset="0"/>
              </a:rPr>
              <a:t>1</a:t>
            </a:r>
            <a:r>
              <a:rPr lang="en-GB" b="0" dirty="0">
                <a:solidFill>
                  <a:srgbClr val="202020"/>
                </a:solidFill>
                <a:effectLst/>
                <a:latin typeface="Consolas" panose="020B0609020204030204" pitchFamily="49" charset="0"/>
              </a:rPr>
              <a:t>, </a:t>
            </a:r>
            <a:r>
              <a:rPr lang="en-GB" b="0" dirty="0" err="1">
                <a:solidFill>
                  <a:srgbClr val="953800"/>
                </a:solidFill>
                <a:effectLst/>
                <a:latin typeface="Consolas" panose="020B0609020204030204" pitchFamily="49" charset="0"/>
              </a:rPr>
              <a:t>i</a:t>
            </a:r>
            <a:r>
              <a:rPr lang="en-GB" b="0" dirty="0">
                <a:solidFill>
                  <a:srgbClr val="202020"/>
                </a:solidFill>
                <a:effectLst/>
                <a:latin typeface="Consolas" panose="020B0609020204030204" pitchFamily="49" charset="0"/>
              </a:rPr>
              <a:t>)</a:t>
            </a:r>
          </a:p>
          <a:p>
            <a:pPr>
              <a:buNone/>
            </a:pPr>
            <a:r>
              <a:rPr lang="en-GB" b="0" dirty="0">
                <a:solidFill>
                  <a:srgbClr val="202020"/>
                </a:solidFill>
                <a:effectLst/>
                <a:latin typeface="Consolas" panose="020B0609020204030204" pitchFamily="49" charset="0"/>
              </a:rPr>
              <a:t>        </a:t>
            </a:r>
          </a:p>
          <a:p>
            <a:pPr>
              <a:buNone/>
            </a:pPr>
            <a:r>
              <a:rPr lang="en-GB" b="0" dirty="0">
                <a:solidFill>
                  <a:srgbClr val="202020"/>
                </a:solidFill>
                <a:effectLst/>
                <a:latin typeface="Consolas" panose="020B0609020204030204" pitchFamily="49" charset="0"/>
              </a:rPr>
              <a:t>        </a:t>
            </a:r>
          </a:p>
        </p:txBody>
      </p:sp>
    </p:spTree>
    <p:extLst>
      <p:ext uri="{BB962C8B-B14F-4D97-AF65-F5344CB8AC3E}">
        <p14:creationId xmlns:p14="http://schemas.microsoft.com/office/powerpoint/2010/main" val="3567292734"/>
      </p:ext>
    </p:extLst>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8.0&quot;&gt;&lt;object type=&quot;1&quot; unique_id=&quot;10001&quot;&gt;&lt;object type=&quot;2&quot; unique_id=&quot;10073&quot;&gt;&lt;object type=&quot;3&quot; unique_id=&quot;10074&quot;&gt;&lt;property id=&quot;20148&quot; value=&quot;5&quot;/&gt;&lt;property id=&quot;20300&quot; value=&quot;Slide 1&quot;/&gt;&lt;property id=&quot;20307&quot; value=&quot;256&quot;/&gt;&lt;/object&gt;&lt;object type=&quot;3&quot; unique_id=&quot;10075&quot;&gt;&lt;property id=&quot;20148&quot; value=&quot;5&quot;/&gt;&lt;property id=&quot;20300&quot; value=&quot;Slide 2&quot;/&gt;&lt;property id=&quot;20307&quot; value=&quot;260&quot;/&gt;&lt;/object&gt;&lt;object type=&quot;3&quot; unique_id=&quot;10076&quot;&gt;&lt;property id=&quot;20148&quot; value=&quot;5&quot;/&gt;&lt;property id=&quot;20300&quot; value=&quot;Slide 3&quot;/&gt;&lt;property id=&quot;20307&quot; value=&quot;267&quot;/&gt;&lt;/object&gt;&lt;object type=&quot;3&quot; unique_id=&quot;10077&quot;&gt;&lt;property id=&quot;20148&quot; value=&quot;5&quot;/&gt;&lt;property id=&quot;20300&quot; value=&quot;Slide 4&quot;/&gt;&lt;property id=&quot;20307&quot; value=&quot;264&quot;/&gt;&lt;/object&gt;&lt;object type=&quot;3&quot; unique_id=&quot;10078&quot;&gt;&lt;property id=&quot;20148&quot; value=&quot;5&quot;/&gt;&lt;property id=&quot;20300&quot; value=&quot;Slide 5&quot;/&gt;&lt;property id=&quot;20307&quot; value=&quot;268&quot;/&gt;&lt;/object&gt;&lt;object type=&quot;3&quot; unique_id=&quot;10079&quot;&gt;&lt;property id=&quot;20148&quot; value=&quot;5&quot;/&gt;&lt;property id=&quot;20300&quot; value=&quot;Slide 6&quot;/&gt;&lt;property id=&quot;20307&quot; value=&quot;265&quot;/&gt;&lt;/object&gt;&lt;object type=&quot;3&quot; unique_id=&quot;10080&quot;&gt;&lt;property id=&quot;20148&quot; value=&quot;5&quot;/&gt;&lt;property id=&quot;20300&quot; value=&quot;Slide 7&quot;/&gt;&lt;property id=&quot;20307&quot; value=&quot;266&quot;/&gt;&lt;/object&gt;&lt;object type=&quot;3&quot; unique_id=&quot;10081&quot;&gt;&lt;property id=&quot;20148&quot; value=&quot;5&quot;/&gt;&lt;property id=&quot;20300&quot; value=&quot;Slide 8&quot;/&gt;&lt;property id=&quot;20307&quot; value=&quot;262&quot;/&gt;&lt;/object&gt;&lt;object type=&quot;3&quot; unique_id=&quot;10082&quot;&gt;&lt;property id=&quot;20148&quot; value=&quot;5&quot;/&gt;&lt;property id=&quot;20300&quot; value=&quot;Slide 9&quot;/&gt;&lt;property id=&quot;20307&quot; value=&quot;269&quot;/&gt;&lt;/object&gt;&lt;object type=&quot;3&quot; unique_id=&quot;10083&quot;&gt;&lt;property id=&quot;20148&quot; value=&quot;5&quot;/&gt;&lt;property id=&quot;20300&quot; value=&quot;Slide 10&quot;/&gt;&lt;property id=&quot;20307&quot; value=&quot;259&quot;/&gt;&lt;/object&gt;&lt;/object&gt;&lt;object type=&quot;8&quot; unique_id=&quot;10095&quot;&gt;&lt;/object&gt;&lt;/object&gt;&lt;/database&gt;"/>
  <p:tag name="MMPROD_NEXTUNIQUEID" val="10009"/>
  <p:tag name="SECTOMILLISECCONVERTED" val="1"/>
  <p:tag name="MENTIMETER_SERIES_ID_KEY" val="al1ewaktvvhd2j36x5vwxgx67xva96ja"/>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PT template SKY with UWE logo top WIDESCREEN" id="{0ED145F9-EFAB-481F-80EE-DCE551447353}" vid="{99C972B8-CADA-475B-AAB0-163B1B4B36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F7B0BB0EC335243A4CF78822AAF671C" ma:contentTypeVersion="14" ma:contentTypeDescription="Create a new document." ma:contentTypeScope="" ma:versionID="6c2eb1b5df38ab5d84827720349ca045">
  <xsd:schema xmlns:xsd="http://www.w3.org/2001/XMLSchema" xmlns:xs="http://www.w3.org/2001/XMLSchema" xmlns:p="http://schemas.microsoft.com/office/2006/metadata/properties" xmlns:ns2="e8946c25-bf8a-4e7a-b3bc-ca2d5c690832" xmlns:ns3="4008ae8d-d1eb-4f33-a34c-6ad8d87baf5e" targetNamespace="http://schemas.microsoft.com/office/2006/metadata/properties" ma:root="true" ma:fieldsID="41ce0839c6625f84d4c1eb29b9db494d" ns2:_="" ns3:_="">
    <xsd:import namespace="e8946c25-bf8a-4e7a-b3bc-ca2d5c690832"/>
    <xsd:import namespace="4008ae8d-d1eb-4f33-a34c-6ad8d87baf5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etingdate" minOccurs="0"/>
                <xsd:element ref="ns2:Typeofdocument" minOccurs="0"/>
                <xsd:element ref="ns2:MediaServiceLocatio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946c25-bf8a-4e7a-b3bc-ca2d5c6908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etingdate" ma:index="17" nillable="true" ma:displayName="Meeting date" ma:format="DateOnly" ma:internalName="Meetingdate">
      <xsd:simpleType>
        <xsd:restriction base="dms:DateTime"/>
      </xsd:simpleType>
    </xsd:element>
    <xsd:element name="Typeofdocument" ma:index="18" nillable="true" ma:displayName="Type of document" ma:format="Dropdown" ma:internalName="Typeofdocument">
      <xsd:simpleType>
        <xsd:restriction base="dms:Choice">
          <xsd:enumeration value="Agenda"/>
          <xsd:enumeration value="Minutes"/>
          <xsd:enumeration value="Report"/>
          <xsd:enumeration value="Terms of Reference"/>
        </xsd:restriction>
      </xsd:simpleType>
    </xsd:element>
    <xsd:element name="MediaServiceLocation" ma:index="19" nillable="true" ma:displayName="Location" ma:internalName="MediaServiceLocation"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08ae8d-d1eb-4f33-a34c-6ad8d87baf5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ypeofdocument xmlns="e8946c25-bf8a-4e7a-b3bc-ca2d5c690832" xsi:nil="true"/>
    <Meetingdate xmlns="e8946c25-bf8a-4e7a-b3bc-ca2d5c690832" xsi:nil="true"/>
  </documentManagement>
</p:properties>
</file>

<file path=customXml/itemProps1.xml><?xml version="1.0" encoding="utf-8"?>
<ds:datastoreItem xmlns:ds="http://schemas.openxmlformats.org/officeDocument/2006/customXml" ds:itemID="{B389102B-94DD-4360-A2A0-1A8F0D7F84BE}">
  <ds:schemaRefs>
    <ds:schemaRef ds:uri="http://schemas.microsoft.com/sharepoint/v3/contenttype/forms"/>
  </ds:schemaRefs>
</ds:datastoreItem>
</file>

<file path=customXml/itemProps2.xml><?xml version="1.0" encoding="utf-8"?>
<ds:datastoreItem xmlns:ds="http://schemas.openxmlformats.org/officeDocument/2006/customXml" ds:itemID="{D3FB6966-CEF7-4DD2-BFAF-6DC364DB600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946c25-bf8a-4e7a-b3bc-ca2d5c690832"/>
    <ds:schemaRef ds:uri="4008ae8d-d1eb-4f33-a34c-6ad8d87baf5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B7BB7B5-274C-4E94-9498-5C5B0E448458}">
  <ds:schemaRefs>
    <ds:schemaRef ds:uri="http://schemas.microsoft.com/office/2006/metadata/properties"/>
    <ds:schemaRef ds:uri="e8946c25-bf8a-4e7a-b3bc-ca2d5c690832"/>
    <ds:schemaRef ds:uri="http://purl.org/dc/term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4008ae8d-d1eb-4f33-a34c-6ad8d87baf5e"/>
    <ds:schemaRef ds:uri="http://purl.org/dc/elements/1.1/"/>
    <ds:schemaRef ds:uri="http://www.w3.org/XML/1998/namespace"/>
  </ds:schemaRefs>
</ds:datastoreItem>
</file>

<file path=docMetadata/LabelInfo.xml><?xml version="1.0" encoding="utf-8"?>
<clbl:labelList xmlns:clbl="http://schemas.microsoft.com/office/2020/mipLabelMetadata">
  <clbl:label id="{fc0de803-e079-4d4f-96bc-6f3b3b6923e3}" enabled="1" method="Privileged" siteId="{07ef1208-413c-4b5e-9cdd-64ef305754f0}" removed="0"/>
</clbl:labelList>
</file>

<file path=docProps/app.xml><?xml version="1.0" encoding="utf-8"?>
<Properties xmlns="http://schemas.openxmlformats.org/officeDocument/2006/extended-properties" xmlns:vt="http://schemas.openxmlformats.org/officeDocument/2006/docPropsVTypes">
  <Template>UWE Sky widescreen</Template>
  <TotalTime>8114</TotalTime>
  <Words>1595</Words>
  <Application>Microsoft Office PowerPoint</Application>
  <PresentationFormat>Widescreen</PresentationFormat>
  <Paragraphs>199</Paragraphs>
  <Slides>16</Slides>
  <Notes>1</Notes>
  <HiddenSlides>0</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MS PGothic</vt:lpstr>
      <vt:lpstr>Arial</vt:lpstr>
      <vt:lpstr>Calibri</vt:lpstr>
      <vt:lpstr>Cambria Math</vt:lpstr>
      <vt:lpstr>Consolas</vt:lpstr>
      <vt:lpstr>Courier New</vt:lpstr>
      <vt:lpstr>Google Sans Text</vt:lpstr>
      <vt:lpstr>Open Sans</vt:lpstr>
      <vt:lpstr>Source Sans Pro</vt:lpstr>
      <vt:lpstr>Tahoma</vt:lpstr>
      <vt:lpstr>Custom Design</vt:lpstr>
      <vt:lpstr>UWE BSc(Hons) Computer Science</vt:lpstr>
      <vt:lpstr>PowerPoint Presentation</vt:lpstr>
      <vt:lpstr>is_palindrome function in Python</vt:lpstr>
      <vt:lpstr>PowerPoint Presentation</vt:lpstr>
      <vt:lpstr>Answer</vt:lpstr>
      <vt:lpstr>PowerPoint Presentation</vt:lpstr>
      <vt:lpstr>PowerPoint Presentation</vt:lpstr>
      <vt:lpstr>Python </vt:lpstr>
      <vt:lpstr>PowerPoint Presentation</vt:lpstr>
      <vt:lpstr>Python Code</vt:lpstr>
      <vt:lpstr>Q5</vt:lpstr>
      <vt:lpstr>Answer: Java</vt:lpstr>
      <vt:lpstr>Q6</vt:lpstr>
      <vt:lpstr>Q6</vt:lpstr>
      <vt:lpstr>Answer</vt:lpstr>
      <vt:lpstr>Python</vt:lpstr>
    </vt:vector>
  </TitlesOfParts>
  <Company>University of the West of England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BSc(Hons) Computer Science – Programme Structure</dc:title>
  <dc:creator>Elias Pimenidis</dc:creator>
  <cp:lastModifiedBy>Mohammad Hosseinabady</cp:lastModifiedBy>
  <cp:revision>10</cp:revision>
  <cp:lastPrinted>2016-09-22T10:08:48Z</cp:lastPrinted>
  <dcterms:created xsi:type="dcterms:W3CDTF">2021-10-26T14:06:13Z</dcterms:created>
  <dcterms:modified xsi:type="dcterms:W3CDTF">2026-03-27T05:35:32Z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0x0101006F7B0BB0EC335243A4CF78822AAF671C</vt:lpwstr>
  </property>
</Properties>
</file>